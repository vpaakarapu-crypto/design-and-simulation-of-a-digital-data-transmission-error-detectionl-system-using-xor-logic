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rgbClr val="004AA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4AAC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rgbClr val="004AA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4AAC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rgbClr val="004AA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rgbClr val="004AA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28700" y="1028700"/>
            <a:ext cx="16230600" cy="8229600"/>
          </a:xfrm>
          <a:custGeom>
            <a:avLst/>
            <a:gdLst/>
            <a:ahLst/>
            <a:cxnLst/>
            <a:rect l="l" t="t" r="r" b="b"/>
            <a:pathLst>
              <a:path w="16230600" h="8229600">
                <a:moveTo>
                  <a:pt x="0" y="0"/>
                </a:moveTo>
                <a:lnTo>
                  <a:pt x="16230598" y="0"/>
                </a:lnTo>
                <a:lnTo>
                  <a:pt x="16230598" y="8229599"/>
                </a:lnTo>
                <a:lnTo>
                  <a:pt x="0" y="8229599"/>
                </a:lnTo>
                <a:lnTo>
                  <a:pt x="0" y="0"/>
                </a:lnTo>
                <a:close/>
              </a:path>
            </a:pathLst>
          </a:custGeom>
          <a:ln w="152399">
            <a:solidFill>
              <a:srgbClr val="004A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890" y="1029677"/>
            <a:ext cx="16230600" cy="8227695"/>
          </a:xfrm>
          <a:custGeom>
            <a:avLst/>
            <a:gdLst/>
            <a:ahLst/>
            <a:cxnLst/>
            <a:rect l="l" t="t" r="r" b="b"/>
            <a:pathLst>
              <a:path w="16230600" h="8227695">
                <a:moveTo>
                  <a:pt x="3897299" y="8155699"/>
                </a:moveTo>
                <a:lnTo>
                  <a:pt x="3378377" y="8155699"/>
                </a:lnTo>
                <a:lnTo>
                  <a:pt x="3276625" y="8053946"/>
                </a:lnTo>
                <a:lnTo>
                  <a:pt x="3276625" y="8155699"/>
                </a:lnTo>
                <a:lnTo>
                  <a:pt x="3034487" y="8155699"/>
                </a:lnTo>
                <a:lnTo>
                  <a:pt x="2932734" y="8053946"/>
                </a:lnTo>
                <a:lnTo>
                  <a:pt x="2932734" y="8155699"/>
                </a:lnTo>
                <a:lnTo>
                  <a:pt x="2588018" y="8155699"/>
                </a:lnTo>
                <a:lnTo>
                  <a:pt x="2486253" y="8053933"/>
                </a:lnTo>
                <a:lnTo>
                  <a:pt x="2486253" y="8155699"/>
                </a:lnTo>
                <a:lnTo>
                  <a:pt x="834669" y="8155699"/>
                </a:lnTo>
                <a:lnTo>
                  <a:pt x="732917" y="8053959"/>
                </a:lnTo>
                <a:lnTo>
                  <a:pt x="732917" y="8155699"/>
                </a:lnTo>
                <a:lnTo>
                  <a:pt x="214325" y="8155699"/>
                </a:lnTo>
                <a:lnTo>
                  <a:pt x="214325" y="7423239"/>
                </a:lnTo>
                <a:lnTo>
                  <a:pt x="547700" y="7756601"/>
                </a:lnTo>
                <a:lnTo>
                  <a:pt x="547700" y="7970482"/>
                </a:lnTo>
                <a:lnTo>
                  <a:pt x="732917" y="8155699"/>
                </a:lnTo>
                <a:lnTo>
                  <a:pt x="732917" y="8053959"/>
                </a:lnTo>
                <a:lnTo>
                  <a:pt x="619645" y="7940688"/>
                </a:lnTo>
                <a:lnTo>
                  <a:pt x="619645" y="7726807"/>
                </a:lnTo>
                <a:lnTo>
                  <a:pt x="214325" y="7321486"/>
                </a:lnTo>
                <a:lnTo>
                  <a:pt x="214325" y="7102818"/>
                </a:lnTo>
                <a:lnTo>
                  <a:pt x="219430" y="7097725"/>
                </a:lnTo>
                <a:lnTo>
                  <a:pt x="1107046" y="7985353"/>
                </a:lnTo>
                <a:lnTo>
                  <a:pt x="2315908" y="7985353"/>
                </a:lnTo>
                <a:lnTo>
                  <a:pt x="2486253" y="8155699"/>
                </a:lnTo>
                <a:lnTo>
                  <a:pt x="2486253" y="8053933"/>
                </a:lnTo>
                <a:lnTo>
                  <a:pt x="2345728" y="7913395"/>
                </a:lnTo>
                <a:lnTo>
                  <a:pt x="1136865" y="7913395"/>
                </a:lnTo>
                <a:lnTo>
                  <a:pt x="270306" y="7046849"/>
                </a:lnTo>
                <a:lnTo>
                  <a:pt x="402018" y="6915124"/>
                </a:lnTo>
                <a:lnTo>
                  <a:pt x="402018" y="6784759"/>
                </a:lnTo>
                <a:lnTo>
                  <a:pt x="653389" y="7036117"/>
                </a:lnTo>
                <a:lnTo>
                  <a:pt x="755142" y="7137882"/>
                </a:lnTo>
                <a:lnTo>
                  <a:pt x="755142" y="7234415"/>
                </a:lnTo>
                <a:lnTo>
                  <a:pt x="1268603" y="7747863"/>
                </a:lnTo>
                <a:lnTo>
                  <a:pt x="2682976" y="7747863"/>
                </a:lnTo>
                <a:lnTo>
                  <a:pt x="2682976" y="7905953"/>
                </a:lnTo>
                <a:lnTo>
                  <a:pt x="2932734" y="8155699"/>
                </a:lnTo>
                <a:lnTo>
                  <a:pt x="2932734" y="8053946"/>
                </a:lnTo>
                <a:lnTo>
                  <a:pt x="2754934" y="7876146"/>
                </a:lnTo>
                <a:lnTo>
                  <a:pt x="2754934" y="7747863"/>
                </a:lnTo>
                <a:lnTo>
                  <a:pt x="2868777" y="7747863"/>
                </a:lnTo>
                <a:lnTo>
                  <a:pt x="3276625" y="8155699"/>
                </a:lnTo>
                <a:lnTo>
                  <a:pt x="3276625" y="8053946"/>
                </a:lnTo>
                <a:lnTo>
                  <a:pt x="2898597" y="7675918"/>
                </a:lnTo>
                <a:lnTo>
                  <a:pt x="1298409" y="7675918"/>
                </a:lnTo>
                <a:lnTo>
                  <a:pt x="827100" y="7204608"/>
                </a:lnTo>
                <a:lnTo>
                  <a:pt x="827100" y="5711355"/>
                </a:lnTo>
                <a:lnTo>
                  <a:pt x="755154" y="5639409"/>
                </a:lnTo>
                <a:lnTo>
                  <a:pt x="755154" y="5741162"/>
                </a:lnTo>
                <a:lnTo>
                  <a:pt x="755154" y="6691820"/>
                </a:lnTo>
                <a:lnTo>
                  <a:pt x="755154" y="6793560"/>
                </a:lnTo>
                <a:lnTo>
                  <a:pt x="755154" y="7036117"/>
                </a:lnTo>
                <a:lnTo>
                  <a:pt x="402031" y="6682994"/>
                </a:lnTo>
                <a:lnTo>
                  <a:pt x="402031" y="5955398"/>
                </a:lnTo>
                <a:lnTo>
                  <a:pt x="561517" y="6114885"/>
                </a:lnTo>
                <a:lnTo>
                  <a:pt x="561517" y="6599910"/>
                </a:lnTo>
                <a:lnTo>
                  <a:pt x="653427" y="6691820"/>
                </a:lnTo>
                <a:lnTo>
                  <a:pt x="755154" y="6793560"/>
                </a:lnTo>
                <a:lnTo>
                  <a:pt x="755154" y="6691820"/>
                </a:lnTo>
                <a:lnTo>
                  <a:pt x="633463" y="6570116"/>
                </a:lnTo>
                <a:lnTo>
                  <a:pt x="633463" y="6085078"/>
                </a:lnTo>
                <a:lnTo>
                  <a:pt x="402018" y="5853646"/>
                </a:lnTo>
                <a:lnTo>
                  <a:pt x="402018" y="5724601"/>
                </a:lnTo>
                <a:lnTo>
                  <a:pt x="71958" y="5401361"/>
                </a:lnTo>
                <a:lnTo>
                  <a:pt x="71958" y="5057953"/>
                </a:lnTo>
                <a:lnTo>
                  <a:pt x="755154" y="5741162"/>
                </a:lnTo>
                <a:lnTo>
                  <a:pt x="755154" y="5639409"/>
                </a:lnTo>
                <a:lnTo>
                  <a:pt x="71958" y="4956213"/>
                </a:lnTo>
                <a:lnTo>
                  <a:pt x="71958" y="4114393"/>
                </a:lnTo>
                <a:lnTo>
                  <a:pt x="0" y="4114393"/>
                </a:lnTo>
                <a:lnTo>
                  <a:pt x="0" y="8227657"/>
                </a:lnTo>
                <a:lnTo>
                  <a:pt x="3897299" y="8227657"/>
                </a:lnTo>
                <a:lnTo>
                  <a:pt x="3897299" y="8155699"/>
                </a:lnTo>
                <a:close/>
              </a:path>
              <a:path w="16230600" h="8227695">
                <a:moveTo>
                  <a:pt x="16230181" y="0"/>
                </a:moveTo>
                <a:lnTo>
                  <a:pt x="16158210" y="0"/>
                </a:lnTo>
                <a:lnTo>
                  <a:pt x="16158210" y="2826296"/>
                </a:lnTo>
                <a:lnTo>
                  <a:pt x="16158210" y="3169704"/>
                </a:lnTo>
                <a:lnTo>
                  <a:pt x="15475014" y="2486495"/>
                </a:lnTo>
                <a:lnTo>
                  <a:pt x="15475014" y="1535836"/>
                </a:lnTo>
                <a:lnTo>
                  <a:pt x="15596718" y="1657540"/>
                </a:lnTo>
                <a:lnTo>
                  <a:pt x="15596718" y="2142579"/>
                </a:lnTo>
                <a:lnTo>
                  <a:pt x="15828150" y="2374011"/>
                </a:lnTo>
                <a:lnTo>
                  <a:pt x="15828150" y="2503055"/>
                </a:lnTo>
                <a:lnTo>
                  <a:pt x="16158210" y="2826296"/>
                </a:lnTo>
                <a:lnTo>
                  <a:pt x="16158210" y="0"/>
                </a:lnTo>
                <a:lnTo>
                  <a:pt x="16015843" y="0"/>
                </a:lnTo>
                <a:lnTo>
                  <a:pt x="16015843" y="71958"/>
                </a:lnTo>
                <a:lnTo>
                  <a:pt x="16015843" y="804418"/>
                </a:lnTo>
                <a:lnTo>
                  <a:pt x="16015843" y="906170"/>
                </a:lnTo>
                <a:lnTo>
                  <a:pt x="16015843" y="1124839"/>
                </a:lnTo>
                <a:lnTo>
                  <a:pt x="16010751" y="1129944"/>
                </a:lnTo>
                <a:lnTo>
                  <a:pt x="15959874" y="1079068"/>
                </a:lnTo>
                <a:lnTo>
                  <a:pt x="15959874" y="1180807"/>
                </a:lnTo>
                <a:lnTo>
                  <a:pt x="15828150" y="1312532"/>
                </a:lnTo>
                <a:lnTo>
                  <a:pt x="15828150" y="1442897"/>
                </a:lnTo>
                <a:lnTo>
                  <a:pt x="15828150" y="1544662"/>
                </a:lnTo>
                <a:lnTo>
                  <a:pt x="15828150" y="2272258"/>
                </a:lnTo>
                <a:lnTo>
                  <a:pt x="15668651" y="2112772"/>
                </a:lnTo>
                <a:lnTo>
                  <a:pt x="15668651" y="1627746"/>
                </a:lnTo>
                <a:lnTo>
                  <a:pt x="15576753" y="1535836"/>
                </a:lnTo>
                <a:lnTo>
                  <a:pt x="15475014" y="1434096"/>
                </a:lnTo>
                <a:lnTo>
                  <a:pt x="15475014" y="1191539"/>
                </a:lnTo>
                <a:lnTo>
                  <a:pt x="15828150" y="1544662"/>
                </a:lnTo>
                <a:lnTo>
                  <a:pt x="15828150" y="1442897"/>
                </a:lnTo>
                <a:lnTo>
                  <a:pt x="15576792" y="1191539"/>
                </a:lnTo>
                <a:lnTo>
                  <a:pt x="15475026" y="1089774"/>
                </a:lnTo>
                <a:lnTo>
                  <a:pt x="15475026" y="993241"/>
                </a:lnTo>
                <a:lnTo>
                  <a:pt x="14961565" y="479793"/>
                </a:lnTo>
                <a:lnTo>
                  <a:pt x="13547192" y="479793"/>
                </a:lnTo>
                <a:lnTo>
                  <a:pt x="13547192" y="321703"/>
                </a:lnTo>
                <a:lnTo>
                  <a:pt x="13475246" y="249758"/>
                </a:lnTo>
                <a:lnTo>
                  <a:pt x="13475246" y="351510"/>
                </a:lnTo>
                <a:lnTo>
                  <a:pt x="13475246" y="479793"/>
                </a:lnTo>
                <a:lnTo>
                  <a:pt x="13361391" y="479793"/>
                </a:lnTo>
                <a:lnTo>
                  <a:pt x="12953556" y="71958"/>
                </a:lnTo>
                <a:lnTo>
                  <a:pt x="13195694" y="71958"/>
                </a:lnTo>
                <a:lnTo>
                  <a:pt x="13475246" y="351510"/>
                </a:lnTo>
                <a:lnTo>
                  <a:pt x="13475246" y="249758"/>
                </a:lnTo>
                <a:lnTo>
                  <a:pt x="13297446" y="71958"/>
                </a:lnTo>
                <a:lnTo>
                  <a:pt x="13642150" y="71958"/>
                </a:lnTo>
                <a:lnTo>
                  <a:pt x="13884453" y="314261"/>
                </a:lnTo>
                <a:lnTo>
                  <a:pt x="15093303" y="314261"/>
                </a:lnTo>
                <a:lnTo>
                  <a:pt x="15959874" y="1180807"/>
                </a:lnTo>
                <a:lnTo>
                  <a:pt x="15959874" y="1079068"/>
                </a:lnTo>
                <a:lnTo>
                  <a:pt x="15123122" y="242303"/>
                </a:lnTo>
                <a:lnTo>
                  <a:pt x="13914273" y="242303"/>
                </a:lnTo>
                <a:lnTo>
                  <a:pt x="13743915" y="71958"/>
                </a:lnTo>
                <a:lnTo>
                  <a:pt x="15395512" y="71958"/>
                </a:lnTo>
                <a:lnTo>
                  <a:pt x="15610523" y="286981"/>
                </a:lnTo>
                <a:lnTo>
                  <a:pt x="15610523" y="500849"/>
                </a:lnTo>
                <a:lnTo>
                  <a:pt x="16015843" y="906170"/>
                </a:lnTo>
                <a:lnTo>
                  <a:pt x="16015843" y="804418"/>
                </a:lnTo>
                <a:lnTo>
                  <a:pt x="15682481" y="471055"/>
                </a:lnTo>
                <a:lnTo>
                  <a:pt x="15682481" y="257175"/>
                </a:lnTo>
                <a:lnTo>
                  <a:pt x="15497264" y="71958"/>
                </a:lnTo>
                <a:lnTo>
                  <a:pt x="16015843" y="71958"/>
                </a:lnTo>
                <a:lnTo>
                  <a:pt x="16015843" y="0"/>
                </a:lnTo>
                <a:lnTo>
                  <a:pt x="12332868" y="0"/>
                </a:lnTo>
                <a:lnTo>
                  <a:pt x="12332868" y="71958"/>
                </a:lnTo>
                <a:lnTo>
                  <a:pt x="12851803" y="71958"/>
                </a:lnTo>
                <a:lnTo>
                  <a:pt x="13331571" y="551738"/>
                </a:lnTo>
                <a:lnTo>
                  <a:pt x="14931759" y="551738"/>
                </a:lnTo>
                <a:lnTo>
                  <a:pt x="15403081" y="1023048"/>
                </a:lnTo>
                <a:lnTo>
                  <a:pt x="15403081" y="2516301"/>
                </a:lnTo>
                <a:lnTo>
                  <a:pt x="16158223" y="3271443"/>
                </a:lnTo>
                <a:lnTo>
                  <a:pt x="16158223" y="4113263"/>
                </a:lnTo>
                <a:lnTo>
                  <a:pt x="16230181" y="4113263"/>
                </a:lnTo>
                <a:lnTo>
                  <a:pt x="16230181" y="3169704"/>
                </a:lnTo>
                <a:lnTo>
                  <a:pt x="16230181" y="2272258"/>
                </a:lnTo>
                <a:lnTo>
                  <a:pt x="16230181" y="1442897"/>
                </a:lnTo>
                <a:lnTo>
                  <a:pt x="16230181" y="1129944"/>
                </a:lnTo>
                <a:lnTo>
                  <a:pt x="16230181" y="804418"/>
                </a:lnTo>
                <a:lnTo>
                  <a:pt x="16230181" y="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85855" y="460665"/>
            <a:ext cx="17516475" cy="9365615"/>
          </a:xfrm>
          <a:custGeom>
            <a:avLst/>
            <a:gdLst/>
            <a:ahLst/>
            <a:cxnLst/>
            <a:rect l="l" t="t" r="r" b="b"/>
            <a:pathLst>
              <a:path w="17516475" h="9365615">
                <a:moveTo>
                  <a:pt x="0" y="0"/>
                </a:moveTo>
                <a:lnTo>
                  <a:pt x="17516171" y="0"/>
                </a:lnTo>
                <a:lnTo>
                  <a:pt x="17516171" y="9365604"/>
                </a:lnTo>
                <a:lnTo>
                  <a:pt x="0" y="9365604"/>
                </a:lnTo>
                <a:lnTo>
                  <a:pt x="0" y="0"/>
                </a:lnTo>
                <a:close/>
              </a:path>
            </a:pathLst>
          </a:custGeom>
          <a:ln w="133349">
            <a:solidFill>
              <a:srgbClr val="004A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124252" y="3280073"/>
            <a:ext cx="4322445" cy="797560"/>
          </a:xfrm>
          <a:custGeom>
            <a:avLst/>
            <a:gdLst/>
            <a:ahLst/>
            <a:cxnLst/>
            <a:rect l="l" t="t" r="r" b="b"/>
            <a:pathLst>
              <a:path w="4322445" h="797560">
                <a:moveTo>
                  <a:pt x="3550635" y="797109"/>
                </a:moveTo>
                <a:lnTo>
                  <a:pt x="0" y="797109"/>
                </a:lnTo>
                <a:lnTo>
                  <a:pt x="771524" y="0"/>
                </a:lnTo>
                <a:lnTo>
                  <a:pt x="4321828" y="0"/>
                </a:lnTo>
                <a:lnTo>
                  <a:pt x="4321828" y="343"/>
                </a:lnTo>
                <a:lnTo>
                  <a:pt x="3550635" y="79710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761659" y="3692947"/>
            <a:ext cx="1047115" cy="0"/>
          </a:xfrm>
          <a:custGeom>
            <a:avLst/>
            <a:gdLst/>
            <a:ahLst/>
            <a:cxnLst/>
            <a:rect l="l" t="t" r="r" b="b"/>
            <a:pathLst>
              <a:path w="1047114" h="0">
                <a:moveTo>
                  <a:pt x="0" y="0"/>
                </a:moveTo>
                <a:lnTo>
                  <a:pt x="1047054" y="0"/>
                </a:lnTo>
              </a:path>
            </a:pathLst>
          </a:custGeom>
          <a:ln w="26596">
            <a:solidFill>
              <a:srgbClr val="FDFDFD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671804" y="6403790"/>
            <a:ext cx="8338184" cy="797560"/>
          </a:xfrm>
          <a:custGeom>
            <a:avLst/>
            <a:gdLst/>
            <a:ahLst/>
            <a:cxnLst/>
            <a:rect l="l" t="t" r="r" b="b"/>
            <a:pathLst>
              <a:path w="8338184" h="797559">
                <a:moveTo>
                  <a:pt x="7566418" y="797109"/>
                </a:moveTo>
                <a:lnTo>
                  <a:pt x="0" y="797109"/>
                </a:lnTo>
                <a:lnTo>
                  <a:pt x="771524" y="0"/>
                </a:lnTo>
                <a:lnTo>
                  <a:pt x="8337943" y="0"/>
                </a:lnTo>
                <a:lnTo>
                  <a:pt x="7566418" y="79710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28700" y="1028719"/>
            <a:ext cx="16162019" cy="8229600"/>
          </a:xfrm>
          <a:custGeom>
            <a:avLst/>
            <a:gdLst/>
            <a:ahLst/>
            <a:cxnLst/>
            <a:rect l="l" t="t" r="r" b="b"/>
            <a:pathLst>
              <a:path w="16162019" h="8229600">
                <a:moveTo>
                  <a:pt x="0" y="0"/>
                </a:moveTo>
                <a:lnTo>
                  <a:pt x="16161989" y="0"/>
                </a:lnTo>
                <a:lnTo>
                  <a:pt x="16161989" y="8229560"/>
                </a:lnTo>
                <a:lnTo>
                  <a:pt x="0" y="8229560"/>
                </a:lnTo>
                <a:lnTo>
                  <a:pt x="0" y="0"/>
                </a:lnTo>
                <a:close/>
              </a:path>
            </a:pathLst>
          </a:custGeom>
          <a:ln w="152399">
            <a:solidFill>
              <a:srgbClr val="004A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6696" y="1624536"/>
            <a:ext cx="5107305" cy="2632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rgbClr val="004AAC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6353" y="2718295"/>
            <a:ext cx="8592185" cy="5466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4AAC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9180" y="393990"/>
            <a:ext cx="17649825" cy="9498965"/>
            <a:chOff x="319180" y="393990"/>
            <a:chExt cx="17649825" cy="9498965"/>
          </a:xfrm>
        </p:grpSpPr>
        <p:sp>
          <p:nvSpPr>
            <p:cNvPr id="3" name="object 3"/>
            <p:cNvSpPr/>
            <p:nvPr/>
          </p:nvSpPr>
          <p:spPr>
            <a:xfrm>
              <a:off x="1028700" y="1028700"/>
              <a:ext cx="16230600" cy="8229600"/>
            </a:xfrm>
            <a:custGeom>
              <a:avLst/>
              <a:gdLst/>
              <a:ahLst/>
              <a:cxnLst/>
              <a:rect l="l" t="t" r="r" b="b"/>
              <a:pathLst>
                <a:path w="16230600" h="8229600">
                  <a:moveTo>
                    <a:pt x="0" y="0"/>
                  </a:moveTo>
                  <a:lnTo>
                    <a:pt x="16230598" y="0"/>
                  </a:lnTo>
                  <a:lnTo>
                    <a:pt x="16230598" y="8229599"/>
                  </a:lnTo>
                  <a:lnTo>
                    <a:pt x="0" y="8229599"/>
                  </a:lnTo>
                  <a:lnTo>
                    <a:pt x="0" y="0"/>
                  </a:lnTo>
                  <a:close/>
                </a:path>
              </a:pathLst>
            </a:custGeom>
            <a:ln w="1523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28890" y="1029677"/>
              <a:ext cx="16230600" cy="8227695"/>
            </a:xfrm>
            <a:custGeom>
              <a:avLst/>
              <a:gdLst/>
              <a:ahLst/>
              <a:cxnLst/>
              <a:rect l="l" t="t" r="r" b="b"/>
              <a:pathLst>
                <a:path w="16230600" h="8227695">
                  <a:moveTo>
                    <a:pt x="3897299" y="8155699"/>
                  </a:moveTo>
                  <a:lnTo>
                    <a:pt x="3378377" y="8155699"/>
                  </a:lnTo>
                  <a:lnTo>
                    <a:pt x="3276625" y="8053946"/>
                  </a:lnTo>
                  <a:lnTo>
                    <a:pt x="3276625" y="8155699"/>
                  </a:lnTo>
                  <a:lnTo>
                    <a:pt x="3034487" y="8155699"/>
                  </a:lnTo>
                  <a:lnTo>
                    <a:pt x="2932734" y="8053946"/>
                  </a:lnTo>
                  <a:lnTo>
                    <a:pt x="2932734" y="8155699"/>
                  </a:lnTo>
                  <a:lnTo>
                    <a:pt x="2588018" y="8155699"/>
                  </a:lnTo>
                  <a:lnTo>
                    <a:pt x="2486253" y="8053933"/>
                  </a:lnTo>
                  <a:lnTo>
                    <a:pt x="2486253" y="8155699"/>
                  </a:lnTo>
                  <a:lnTo>
                    <a:pt x="834669" y="8155699"/>
                  </a:lnTo>
                  <a:lnTo>
                    <a:pt x="732917" y="8053959"/>
                  </a:lnTo>
                  <a:lnTo>
                    <a:pt x="732917" y="8155699"/>
                  </a:lnTo>
                  <a:lnTo>
                    <a:pt x="214325" y="8155699"/>
                  </a:lnTo>
                  <a:lnTo>
                    <a:pt x="214325" y="7423239"/>
                  </a:lnTo>
                  <a:lnTo>
                    <a:pt x="547700" y="7756601"/>
                  </a:lnTo>
                  <a:lnTo>
                    <a:pt x="547700" y="7970482"/>
                  </a:lnTo>
                  <a:lnTo>
                    <a:pt x="732917" y="8155699"/>
                  </a:lnTo>
                  <a:lnTo>
                    <a:pt x="732917" y="8053959"/>
                  </a:lnTo>
                  <a:lnTo>
                    <a:pt x="619645" y="7940688"/>
                  </a:lnTo>
                  <a:lnTo>
                    <a:pt x="619645" y="7726807"/>
                  </a:lnTo>
                  <a:lnTo>
                    <a:pt x="214325" y="7321486"/>
                  </a:lnTo>
                  <a:lnTo>
                    <a:pt x="214325" y="7102818"/>
                  </a:lnTo>
                  <a:lnTo>
                    <a:pt x="219430" y="7097725"/>
                  </a:lnTo>
                  <a:lnTo>
                    <a:pt x="1107046" y="7985353"/>
                  </a:lnTo>
                  <a:lnTo>
                    <a:pt x="2315908" y="7985353"/>
                  </a:lnTo>
                  <a:lnTo>
                    <a:pt x="2486253" y="8155699"/>
                  </a:lnTo>
                  <a:lnTo>
                    <a:pt x="2486253" y="8053933"/>
                  </a:lnTo>
                  <a:lnTo>
                    <a:pt x="2345728" y="7913395"/>
                  </a:lnTo>
                  <a:lnTo>
                    <a:pt x="1136865" y="7913395"/>
                  </a:lnTo>
                  <a:lnTo>
                    <a:pt x="270306" y="7046849"/>
                  </a:lnTo>
                  <a:lnTo>
                    <a:pt x="402018" y="6915124"/>
                  </a:lnTo>
                  <a:lnTo>
                    <a:pt x="402018" y="6784759"/>
                  </a:lnTo>
                  <a:lnTo>
                    <a:pt x="653389" y="7036117"/>
                  </a:lnTo>
                  <a:lnTo>
                    <a:pt x="755142" y="7137882"/>
                  </a:lnTo>
                  <a:lnTo>
                    <a:pt x="755142" y="7234415"/>
                  </a:lnTo>
                  <a:lnTo>
                    <a:pt x="1268603" y="7747863"/>
                  </a:lnTo>
                  <a:lnTo>
                    <a:pt x="2682976" y="7747863"/>
                  </a:lnTo>
                  <a:lnTo>
                    <a:pt x="2682976" y="7905953"/>
                  </a:lnTo>
                  <a:lnTo>
                    <a:pt x="2932734" y="8155699"/>
                  </a:lnTo>
                  <a:lnTo>
                    <a:pt x="2932734" y="8053946"/>
                  </a:lnTo>
                  <a:lnTo>
                    <a:pt x="2754934" y="7876146"/>
                  </a:lnTo>
                  <a:lnTo>
                    <a:pt x="2754934" y="7747863"/>
                  </a:lnTo>
                  <a:lnTo>
                    <a:pt x="2868777" y="7747863"/>
                  </a:lnTo>
                  <a:lnTo>
                    <a:pt x="3276625" y="8155699"/>
                  </a:lnTo>
                  <a:lnTo>
                    <a:pt x="3276625" y="8053946"/>
                  </a:lnTo>
                  <a:lnTo>
                    <a:pt x="2898597" y="7675918"/>
                  </a:lnTo>
                  <a:lnTo>
                    <a:pt x="1298409" y="7675918"/>
                  </a:lnTo>
                  <a:lnTo>
                    <a:pt x="827100" y="7204608"/>
                  </a:lnTo>
                  <a:lnTo>
                    <a:pt x="827100" y="5711355"/>
                  </a:lnTo>
                  <a:lnTo>
                    <a:pt x="755154" y="5639409"/>
                  </a:lnTo>
                  <a:lnTo>
                    <a:pt x="755154" y="5741162"/>
                  </a:lnTo>
                  <a:lnTo>
                    <a:pt x="755154" y="6691820"/>
                  </a:lnTo>
                  <a:lnTo>
                    <a:pt x="755154" y="6793560"/>
                  </a:lnTo>
                  <a:lnTo>
                    <a:pt x="755154" y="7036117"/>
                  </a:lnTo>
                  <a:lnTo>
                    <a:pt x="402031" y="6682994"/>
                  </a:lnTo>
                  <a:lnTo>
                    <a:pt x="402031" y="5955398"/>
                  </a:lnTo>
                  <a:lnTo>
                    <a:pt x="561517" y="6114885"/>
                  </a:lnTo>
                  <a:lnTo>
                    <a:pt x="561517" y="6599910"/>
                  </a:lnTo>
                  <a:lnTo>
                    <a:pt x="653427" y="6691820"/>
                  </a:lnTo>
                  <a:lnTo>
                    <a:pt x="755154" y="6793560"/>
                  </a:lnTo>
                  <a:lnTo>
                    <a:pt x="755154" y="6691820"/>
                  </a:lnTo>
                  <a:lnTo>
                    <a:pt x="633463" y="6570116"/>
                  </a:lnTo>
                  <a:lnTo>
                    <a:pt x="633463" y="6085078"/>
                  </a:lnTo>
                  <a:lnTo>
                    <a:pt x="402018" y="5853646"/>
                  </a:lnTo>
                  <a:lnTo>
                    <a:pt x="402018" y="5724601"/>
                  </a:lnTo>
                  <a:lnTo>
                    <a:pt x="71958" y="5401361"/>
                  </a:lnTo>
                  <a:lnTo>
                    <a:pt x="71958" y="5057953"/>
                  </a:lnTo>
                  <a:lnTo>
                    <a:pt x="755154" y="5741162"/>
                  </a:lnTo>
                  <a:lnTo>
                    <a:pt x="755154" y="5639409"/>
                  </a:lnTo>
                  <a:lnTo>
                    <a:pt x="71958" y="4956213"/>
                  </a:lnTo>
                  <a:lnTo>
                    <a:pt x="71958" y="4114393"/>
                  </a:lnTo>
                  <a:lnTo>
                    <a:pt x="0" y="4114393"/>
                  </a:lnTo>
                  <a:lnTo>
                    <a:pt x="0" y="8227657"/>
                  </a:lnTo>
                  <a:lnTo>
                    <a:pt x="3897299" y="8227657"/>
                  </a:lnTo>
                  <a:lnTo>
                    <a:pt x="3897299" y="8155699"/>
                  </a:lnTo>
                  <a:close/>
                </a:path>
                <a:path w="16230600" h="8227695">
                  <a:moveTo>
                    <a:pt x="16230181" y="0"/>
                  </a:moveTo>
                  <a:lnTo>
                    <a:pt x="16158210" y="0"/>
                  </a:lnTo>
                  <a:lnTo>
                    <a:pt x="16158210" y="2826296"/>
                  </a:lnTo>
                  <a:lnTo>
                    <a:pt x="16158210" y="3169704"/>
                  </a:lnTo>
                  <a:lnTo>
                    <a:pt x="15475014" y="2486495"/>
                  </a:lnTo>
                  <a:lnTo>
                    <a:pt x="15475014" y="1535836"/>
                  </a:lnTo>
                  <a:lnTo>
                    <a:pt x="15596718" y="1657540"/>
                  </a:lnTo>
                  <a:lnTo>
                    <a:pt x="15596718" y="2142579"/>
                  </a:lnTo>
                  <a:lnTo>
                    <a:pt x="15828150" y="2374011"/>
                  </a:lnTo>
                  <a:lnTo>
                    <a:pt x="15828150" y="2503055"/>
                  </a:lnTo>
                  <a:lnTo>
                    <a:pt x="16158210" y="2826296"/>
                  </a:lnTo>
                  <a:lnTo>
                    <a:pt x="16158210" y="0"/>
                  </a:lnTo>
                  <a:lnTo>
                    <a:pt x="16015843" y="0"/>
                  </a:lnTo>
                  <a:lnTo>
                    <a:pt x="16015843" y="71958"/>
                  </a:lnTo>
                  <a:lnTo>
                    <a:pt x="16015843" y="804418"/>
                  </a:lnTo>
                  <a:lnTo>
                    <a:pt x="16015843" y="906170"/>
                  </a:lnTo>
                  <a:lnTo>
                    <a:pt x="16015843" y="1124839"/>
                  </a:lnTo>
                  <a:lnTo>
                    <a:pt x="16010751" y="1129944"/>
                  </a:lnTo>
                  <a:lnTo>
                    <a:pt x="15959874" y="1079068"/>
                  </a:lnTo>
                  <a:lnTo>
                    <a:pt x="15959874" y="1180807"/>
                  </a:lnTo>
                  <a:lnTo>
                    <a:pt x="15828150" y="1312532"/>
                  </a:lnTo>
                  <a:lnTo>
                    <a:pt x="15828150" y="1442897"/>
                  </a:lnTo>
                  <a:lnTo>
                    <a:pt x="15828150" y="1544662"/>
                  </a:lnTo>
                  <a:lnTo>
                    <a:pt x="15828150" y="2272258"/>
                  </a:lnTo>
                  <a:lnTo>
                    <a:pt x="15668651" y="2112772"/>
                  </a:lnTo>
                  <a:lnTo>
                    <a:pt x="15668651" y="1627746"/>
                  </a:lnTo>
                  <a:lnTo>
                    <a:pt x="15576753" y="1535836"/>
                  </a:lnTo>
                  <a:lnTo>
                    <a:pt x="15475014" y="1434096"/>
                  </a:lnTo>
                  <a:lnTo>
                    <a:pt x="15475014" y="1191539"/>
                  </a:lnTo>
                  <a:lnTo>
                    <a:pt x="15828150" y="1544662"/>
                  </a:lnTo>
                  <a:lnTo>
                    <a:pt x="15828150" y="1442897"/>
                  </a:lnTo>
                  <a:lnTo>
                    <a:pt x="15576792" y="1191539"/>
                  </a:lnTo>
                  <a:lnTo>
                    <a:pt x="15475026" y="1089774"/>
                  </a:lnTo>
                  <a:lnTo>
                    <a:pt x="15475026" y="993241"/>
                  </a:lnTo>
                  <a:lnTo>
                    <a:pt x="14961565" y="479793"/>
                  </a:lnTo>
                  <a:lnTo>
                    <a:pt x="13547192" y="479793"/>
                  </a:lnTo>
                  <a:lnTo>
                    <a:pt x="13547192" y="321703"/>
                  </a:lnTo>
                  <a:lnTo>
                    <a:pt x="13475246" y="249758"/>
                  </a:lnTo>
                  <a:lnTo>
                    <a:pt x="13475246" y="351510"/>
                  </a:lnTo>
                  <a:lnTo>
                    <a:pt x="13475246" y="479793"/>
                  </a:lnTo>
                  <a:lnTo>
                    <a:pt x="13361391" y="479793"/>
                  </a:lnTo>
                  <a:lnTo>
                    <a:pt x="12953556" y="71958"/>
                  </a:lnTo>
                  <a:lnTo>
                    <a:pt x="13195694" y="71958"/>
                  </a:lnTo>
                  <a:lnTo>
                    <a:pt x="13475246" y="351510"/>
                  </a:lnTo>
                  <a:lnTo>
                    <a:pt x="13475246" y="249758"/>
                  </a:lnTo>
                  <a:lnTo>
                    <a:pt x="13297446" y="71958"/>
                  </a:lnTo>
                  <a:lnTo>
                    <a:pt x="13642150" y="71958"/>
                  </a:lnTo>
                  <a:lnTo>
                    <a:pt x="13884453" y="314261"/>
                  </a:lnTo>
                  <a:lnTo>
                    <a:pt x="15093303" y="314261"/>
                  </a:lnTo>
                  <a:lnTo>
                    <a:pt x="15959874" y="1180807"/>
                  </a:lnTo>
                  <a:lnTo>
                    <a:pt x="15959874" y="1079068"/>
                  </a:lnTo>
                  <a:lnTo>
                    <a:pt x="15123122" y="242303"/>
                  </a:lnTo>
                  <a:lnTo>
                    <a:pt x="13914273" y="242303"/>
                  </a:lnTo>
                  <a:lnTo>
                    <a:pt x="13743915" y="71958"/>
                  </a:lnTo>
                  <a:lnTo>
                    <a:pt x="15395512" y="71958"/>
                  </a:lnTo>
                  <a:lnTo>
                    <a:pt x="15610523" y="286981"/>
                  </a:lnTo>
                  <a:lnTo>
                    <a:pt x="15610523" y="500849"/>
                  </a:lnTo>
                  <a:lnTo>
                    <a:pt x="16015843" y="906170"/>
                  </a:lnTo>
                  <a:lnTo>
                    <a:pt x="16015843" y="804418"/>
                  </a:lnTo>
                  <a:lnTo>
                    <a:pt x="15682481" y="471055"/>
                  </a:lnTo>
                  <a:lnTo>
                    <a:pt x="15682481" y="257175"/>
                  </a:lnTo>
                  <a:lnTo>
                    <a:pt x="15497264" y="71958"/>
                  </a:lnTo>
                  <a:lnTo>
                    <a:pt x="16015843" y="71958"/>
                  </a:lnTo>
                  <a:lnTo>
                    <a:pt x="16015843" y="0"/>
                  </a:lnTo>
                  <a:lnTo>
                    <a:pt x="12332868" y="0"/>
                  </a:lnTo>
                  <a:lnTo>
                    <a:pt x="12332868" y="71958"/>
                  </a:lnTo>
                  <a:lnTo>
                    <a:pt x="12851803" y="71958"/>
                  </a:lnTo>
                  <a:lnTo>
                    <a:pt x="13331571" y="551738"/>
                  </a:lnTo>
                  <a:lnTo>
                    <a:pt x="14931759" y="551738"/>
                  </a:lnTo>
                  <a:lnTo>
                    <a:pt x="15403081" y="1023048"/>
                  </a:lnTo>
                  <a:lnTo>
                    <a:pt x="15403081" y="2516301"/>
                  </a:lnTo>
                  <a:lnTo>
                    <a:pt x="16158223" y="3271443"/>
                  </a:lnTo>
                  <a:lnTo>
                    <a:pt x="16158223" y="4113263"/>
                  </a:lnTo>
                  <a:lnTo>
                    <a:pt x="16230181" y="4113263"/>
                  </a:lnTo>
                  <a:lnTo>
                    <a:pt x="16230181" y="3169704"/>
                  </a:lnTo>
                  <a:lnTo>
                    <a:pt x="16230181" y="2272258"/>
                  </a:lnTo>
                  <a:lnTo>
                    <a:pt x="16230181" y="1442897"/>
                  </a:lnTo>
                  <a:lnTo>
                    <a:pt x="16230181" y="1129944"/>
                  </a:lnTo>
                  <a:lnTo>
                    <a:pt x="16230181" y="804418"/>
                  </a:lnTo>
                  <a:lnTo>
                    <a:pt x="16230181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5855" y="460665"/>
              <a:ext cx="17516475" cy="9365615"/>
            </a:xfrm>
            <a:custGeom>
              <a:avLst/>
              <a:gdLst/>
              <a:ahLst/>
              <a:cxnLst/>
              <a:rect l="l" t="t" r="r" b="b"/>
              <a:pathLst>
                <a:path w="17516475" h="9365615">
                  <a:moveTo>
                    <a:pt x="0" y="0"/>
                  </a:moveTo>
                  <a:lnTo>
                    <a:pt x="17516171" y="0"/>
                  </a:lnTo>
                  <a:lnTo>
                    <a:pt x="17516171" y="9365604"/>
                  </a:lnTo>
                  <a:lnTo>
                    <a:pt x="0" y="9365604"/>
                  </a:lnTo>
                  <a:lnTo>
                    <a:pt x="0" y="0"/>
                  </a:lnTo>
                  <a:close/>
                </a:path>
              </a:pathLst>
            </a:custGeom>
            <a:ln w="13334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290210" y="3044818"/>
            <a:ext cx="13484860" cy="4417060"/>
          </a:xfrm>
          <a:prstGeom prst="rect">
            <a:avLst/>
          </a:prstGeom>
        </p:spPr>
        <p:txBody>
          <a:bodyPr wrap="square" lIns="0" tIns="260350" rIns="0" bIns="0" rtlCol="0" vert="horz">
            <a:spAutoFit/>
          </a:bodyPr>
          <a:lstStyle/>
          <a:p>
            <a:pPr algn="ctr" marL="12700" marR="5080">
              <a:lnSpc>
                <a:spcPct val="77100"/>
              </a:lnSpc>
              <a:spcBef>
                <a:spcPts val="2050"/>
              </a:spcBef>
            </a:pPr>
            <a:r>
              <a:rPr dirty="0" sz="7050">
                <a:solidFill>
                  <a:srgbClr val="004AAC"/>
                </a:solidFill>
                <a:latin typeface="Arial MT"/>
                <a:cs typeface="Arial MT"/>
              </a:rPr>
              <a:t>DESIGN</a:t>
            </a:r>
            <a:r>
              <a:rPr dirty="0" sz="7050" spc="108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30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dirty="0" sz="7050" spc="-135">
                <a:solidFill>
                  <a:srgbClr val="004AAC"/>
                </a:solidFill>
                <a:latin typeface="Arial MT"/>
                <a:cs typeface="Arial MT"/>
              </a:rPr>
              <a:t>N</a:t>
            </a:r>
            <a:r>
              <a:rPr dirty="0" sz="7050" spc="440">
                <a:solidFill>
                  <a:srgbClr val="004AAC"/>
                </a:solidFill>
                <a:latin typeface="Arial MT"/>
                <a:cs typeface="Arial MT"/>
              </a:rPr>
              <a:t>D</a:t>
            </a:r>
            <a:r>
              <a:rPr dirty="0" sz="7050" spc="108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145">
                <a:solidFill>
                  <a:srgbClr val="004AAC"/>
                </a:solidFill>
                <a:latin typeface="Arial MT"/>
                <a:cs typeface="Arial MT"/>
              </a:rPr>
              <a:t>S</a:t>
            </a:r>
            <a:r>
              <a:rPr dirty="0" sz="7050" spc="28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25">
                <a:solidFill>
                  <a:srgbClr val="004AAC"/>
                </a:solidFill>
                <a:latin typeface="Arial MT"/>
                <a:cs typeface="Arial MT"/>
              </a:rPr>
              <a:t>M</a:t>
            </a:r>
            <a:r>
              <a:rPr dirty="0" sz="7050" spc="185">
                <a:solidFill>
                  <a:srgbClr val="004AAC"/>
                </a:solidFill>
                <a:latin typeface="Arial MT"/>
                <a:cs typeface="Arial MT"/>
              </a:rPr>
              <a:t>UL</a:t>
            </a:r>
            <a:r>
              <a:rPr dirty="0" sz="7050" spc="-375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dirty="0" sz="7050" spc="200">
                <a:solidFill>
                  <a:srgbClr val="004AAC"/>
                </a:solidFill>
                <a:latin typeface="Arial MT"/>
                <a:cs typeface="Arial MT"/>
              </a:rPr>
              <a:t>T</a:t>
            </a:r>
            <a:r>
              <a:rPr dirty="0" sz="7050" spc="14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75">
                <a:solidFill>
                  <a:srgbClr val="004AAC"/>
                </a:solidFill>
                <a:latin typeface="Arial MT"/>
                <a:cs typeface="Arial MT"/>
              </a:rPr>
              <a:t>O</a:t>
            </a:r>
            <a:r>
              <a:rPr dirty="0" sz="7050" spc="585">
                <a:solidFill>
                  <a:srgbClr val="004AAC"/>
                </a:solidFill>
                <a:latin typeface="Arial MT"/>
                <a:cs typeface="Arial MT"/>
              </a:rPr>
              <a:t>N</a:t>
            </a:r>
            <a:r>
              <a:rPr dirty="0" sz="7050" spc="108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290">
                <a:solidFill>
                  <a:srgbClr val="004AAC"/>
                </a:solidFill>
                <a:latin typeface="Arial MT"/>
                <a:cs typeface="Arial MT"/>
              </a:rPr>
              <a:t>O</a:t>
            </a:r>
            <a:r>
              <a:rPr dirty="0" sz="7050" spc="220">
                <a:solidFill>
                  <a:srgbClr val="004AAC"/>
                </a:solidFill>
                <a:latin typeface="Arial MT"/>
                <a:cs typeface="Arial MT"/>
              </a:rPr>
              <a:t>F</a:t>
            </a:r>
            <a:r>
              <a:rPr dirty="0" sz="7050" spc="-3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705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dirty="0" sz="7050" spc="-59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80">
                <a:solidFill>
                  <a:srgbClr val="004AAC"/>
                </a:solidFill>
                <a:latin typeface="Arial MT"/>
                <a:cs typeface="Arial MT"/>
              </a:rPr>
              <a:t>D</a:t>
            </a:r>
            <a:r>
              <a:rPr dirty="0" sz="7050" spc="10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70">
                <a:solidFill>
                  <a:srgbClr val="004AAC"/>
                </a:solidFill>
                <a:latin typeface="Arial MT"/>
                <a:cs typeface="Arial MT"/>
              </a:rPr>
              <a:t>G</a:t>
            </a:r>
            <a:r>
              <a:rPr dirty="0" sz="7050" spc="24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-375">
                <a:solidFill>
                  <a:srgbClr val="004AAC"/>
                </a:solidFill>
                <a:latin typeface="Arial MT"/>
                <a:cs typeface="Arial MT"/>
              </a:rPr>
              <a:t>T</a:t>
            </a:r>
            <a:r>
              <a:rPr dirty="0" sz="7050" spc="75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dirty="0" sz="7050" spc="545">
                <a:solidFill>
                  <a:srgbClr val="004AAC"/>
                </a:solidFill>
                <a:latin typeface="Arial MT"/>
                <a:cs typeface="Arial MT"/>
              </a:rPr>
              <a:t>L</a:t>
            </a:r>
            <a:r>
              <a:rPr dirty="0" sz="7050" spc="127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165">
                <a:solidFill>
                  <a:srgbClr val="004AAC"/>
                </a:solidFill>
                <a:latin typeface="Arial MT"/>
                <a:cs typeface="Arial MT"/>
              </a:rPr>
              <a:t>D</a:t>
            </a:r>
            <a:r>
              <a:rPr dirty="0" sz="7050" spc="-305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dirty="0" sz="7050" spc="-265">
                <a:solidFill>
                  <a:srgbClr val="004AAC"/>
                </a:solidFill>
                <a:latin typeface="Arial MT"/>
                <a:cs typeface="Arial MT"/>
              </a:rPr>
              <a:t>T</a:t>
            </a:r>
            <a:r>
              <a:rPr dirty="0" sz="7050" spc="655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dirty="0" sz="7050" spc="-2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100">
                <a:solidFill>
                  <a:srgbClr val="004AAC"/>
                </a:solidFill>
                <a:latin typeface="Arial MT"/>
                <a:cs typeface="Arial MT"/>
              </a:rPr>
              <a:t>T</a:t>
            </a:r>
            <a:r>
              <a:rPr dirty="0" sz="7050" spc="-10">
                <a:solidFill>
                  <a:srgbClr val="004AAC"/>
                </a:solidFill>
                <a:latin typeface="Arial MT"/>
                <a:cs typeface="Arial MT"/>
              </a:rPr>
              <a:t>R</a:t>
            </a:r>
            <a:r>
              <a:rPr dirty="0" sz="7050" spc="15">
                <a:solidFill>
                  <a:srgbClr val="004AAC"/>
                </a:solidFill>
                <a:latin typeface="Arial MT"/>
                <a:cs typeface="Arial MT"/>
              </a:rPr>
              <a:t>A</a:t>
            </a:r>
            <a:r>
              <a:rPr dirty="0" sz="7050" spc="50">
                <a:solidFill>
                  <a:srgbClr val="004AAC"/>
                </a:solidFill>
                <a:latin typeface="Arial MT"/>
                <a:cs typeface="Arial MT"/>
              </a:rPr>
              <a:t>N</a:t>
            </a:r>
            <a:r>
              <a:rPr dirty="0" sz="7050" spc="45">
                <a:solidFill>
                  <a:srgbClr val="004AAC"/>
                </a:solidFill>
                <a:latin typeface="Arial MT"/>
                <a:cs typeface="Arial MT"/>
              </a:rPr>
              <a:t>S</a:t>
            </a:r>
            <a:r>
              <a:rPr dirty="0" sz="7050" spc="-15">
                <a:solidFill>
                  <a:srgbClr val="004AAC"/>
                </a:solidFill>
                <a:latin typeface="Arial MT"/>
                <a:cs typeface="Arial MT"/>
              </a:rPr>
              <a:t>M</a:t>
            </a:r>
            <a:r>
              <a:rPr dirty="0" sz="7050" spc="18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45">
                <a:solidFill>
                  <a:srgbClr val="004AAC"/>
                </a:solidFill>
                <a:latin typeface="Arial MT"/>
                <a:cs typeface="Arial MT"/>
              </a:rPr>
              <a:t>SS</a:t>
            </a:r>
            <a:r>
              <a:rPr dirty="0" sz="7050" spc="4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-25">
                <a:solidFill>
                  <a:srgbClr val="004AAC"/>
                </a:solidFill>
                <a:latin typeface="Arial MT"/>
                <a:cs typeface="Arial MT"/>
              </a:rPr>
              <a:t>O</a:t>
            </a:r>
            <a:r>
              <a:rPr dirty="0" sz="7050" spc="484">
                <a:solidFill>
                  <a:srgbClr val="004AAC"/>
                </a:solidFill>
                <a:latin typeface="Arial MT"/>
                <a:cs typeface="Arial MT"/>
              </a:rPr>
              <a:t>N</a:t>
            </a:r>
            <a:r>
              <a:rPr dirty="0" sz="7050" spc="-56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90">
                <a:solidFill>
                  <a:srgbClr val="004AAC"/>
                </a:solidFill>
                <a:latin typeface="Arial MT"/>
                <a:cs typeface="Arial MT"/>
              </a:rPr>
              <a:t>E</a:t>
            </a:r>
            <a:r>
              <a:rPr dirty="0" sz="7050" spc="-70">
                <a:solidFill>
                  <a:srgbClr val="004AAC"/>
                </a:solidFill>
                <a:latin typeface="Arial MT"/>
                <a:cs typeface="Arial MT"/>
              </a:rPr>
              <a:t>R</a:t>
            </a:r>
            <a:r>
              <a:rPr dirty="0" sz="7050" spc="-140">
                <a:solidFill>
                  <a:srgbClr val="004AAC"/>
                </a:solidFill>
                <a:latin typeface="Arial MT"/>
                <a:cs typeface="Arial MT"/>
              </a:rPr>
              <a:t>R</a:t>
            </a:r>
            <a:r>
              <a:rPr dirty="0" sz="7050" spc="-155">
                <a:solidFill>
                  <a:srgbClr val="004AAC"/>
                </a:solidFill>
                <a:latin typeface="Arial MT"/>
                <a:cs typeface="Arial MT"/>
              </a:rPr>
              <a:t>O</a:t>
            </a:r>
            <a:r>
              <a:rPr dirty="0" sz="7050" spc="355">
                <a:solidFill>
                  <a:srgbClr val="004AAC"/>
                </a:solidFill>
                <a:latin typeface="Arial MT"/>
                <a:cs typeface="Arial MT"/>
              </a:rPr>
              <a:t>R</a:t>
            </a:r>
            <a:r>
              <a:rPr dirty="0" sz="7050" spc="-20">
                <a:solidFill>
                  <a:srgbClr val="004AAC"/>
                </a:solidFill>
                <a:latin typeface="Arial MT"/>
                <a:cs typeface="Arial MT"/>
              </a:rPr>
              <a:t> D</a:t>
            </a:r>
            <a:r>
              <a:rPr dirty="0" sz="7050">
                <a:solidFill>
                  <a:srgbClr val="004AAC"/>
                </a:solidFill>
                <a:latin typeface="Arial MT"/>
                <a:cs typeface="Arial MT"/>
              </a:rPr>
              <a:t>E</a:t>
            </a:r>
            <a:r>
              <a:rPr dirty="0" sz="7050" spc="60">
                <a:solidFill>
                  <a:srgbClr val="004AAC"/>
                </a:solidFill>
                <a:latin typeface="Arial MT"/>
                <a:cs typeface="Arial MT"/>
              </a:rPr>
              <a:t>T</a:t>
            </a:r>
            <a:r>
              <a:rPr dirty="0" sz="7050" spc="-140">
                <a:solidFill>
                  <a:srgbClr val="004AAC"/>
                </a:solidFill>
                <a:latin typeface="Arial MT"/>
                <a:cs typeface="Arial MT"/>
              </a:rPr>
              <a:t>E</a:t>
            </a:r>
            <a:r>
              <a:rPr dirty="0" sz="7050" spc="-220">
                <a:solidFill>
                  <a:srgbClr val="004AAC"/>
                </a:solidFill>
                <a:latin typeface="Arial MT"/>
                <a:cs typeface="Arial MT"/>
              </a:rPr>
              <a:t>C</a:t>
            </a:r>
            <a:r>
              <a:rPr dirty="0" sz="7050" spc="60">
                <a:solidFill>
                  <a:srgbClr val="004AAC"/>
                </a:solidFill>
                <a:latin typeface="Arial MT"/>
                <a:cs typeface="Arial MT"/>
              </a:rPr>
              <a:t>T</a:t>
            </a:r>
            <a:r>
              <a:rPr dirty="0" sz="7050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-65">
                <a:solidFill>
                  <a:srgbClr val="004AAC"/>
                </a:solidFill>
                <a:latin typeface="Arial MT"/>
                <a:cs typeface="Arial MT"/>
              </a:rPr>
              <a:t>O</a:t>
            </a:r>
            <a:r>
              <a:rPr dirty="0" sz="7050" spc="-130">
                <a:solidFill>
                  <a:srgbClr val="004AAC"/>
                </a:solidFill>
                <a:latin typeface="Arial MT"/>
                <a:cs typeface="Arial MT"/>
              </a:rPr>
              <a:t>N</a:t>
            </a:r>
            <a:r>
              <a:rPr dirty="0" sz="7050" spc="445">
                <a:solidFill>
                  <a:srgbClr val="004AAC"/>
                </a:solidFill>
                <a:latin typeface="Arial MT"/>
                <a:cs typeface="Arial MT"/>
              </a:rPr>
              <a:t>L</a:t>
            </a:r>
            <a:r>
              <a:rPr dirty="0" sz="7050" spc="83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130">
                <a:solidFill>
                  <a:srgbClr val="004AAC"/>
                </a:solidFill>
                <a:latin typeface="Arial MT"/>
                <a:cs typeface="Arial MT"/>
              </a:rPr>
              <a:t>S</a:t>
            </a:r>
            <a:r>
              <a:rPr dirty="0" sz="7050" spc="-90">
                <a:solidFill>
                  <a:srgbClr val="004AAC"/>
                </a:solidFill>
                <a:latin typeface="Arial MT"/>
                <a:cs typeface="Arial MT"/>
              </a:rPr>
              <a:t>Y</a:t>
            </a:r>
            <a:r>
              <a:rPr dirty="0" sz="7050" spc="75">
                <a:solidFill>
                  <a:srgbClr val="004AAC"/>
                </a:solidFill>
                <a:latin typeface="Arial MT"/>
                <a:cs typeface="Arial MT"/>
              </a:rPr>
              <a:t>S</a:t>
            </a:r>
            <a:r>
              <a:rPr dirty="0" sz="7050" spc="130">
                <a:solidFill>
                  <a:srgbClr val="004AAC"/>
                </a:solidFill>
                <a:latin typeface="Arial MT"/>
                <a:cs typeface="Arial MT"/>
              </a:rPr>
              <a:t>T</a:t>
            </a:r>
            <a:r>
              <a:rPr dirty="0" sz="7050" spc="70">
                <a:solidFill>
                  <a:srgbClr val="004AAC"/>
                </a:solidFill>
                <a:latin typeface="Arial MT"/>
                <a:cs typeface="Arial MT"/>
              </a:rPr>
              <a:t>E</a:t>
            </a:r>
            <a:r>
              <a:rPr dirty="0" sz="7050" spc="515">
                <a:solidFill>
                  <a:srgbClr val="004AAC"/>
                </a:solidFill>
                <a:latin typeface="Arial MT"/>
                <a:cs typeface="Arial MT"/>
              </a:rPr>
              <a:t>M</a:t>
            </a:r>
            <a:r>
              <a:rPr dirty="0" sz="7050" spc="-58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35">
                <a:solidFill>
                  <a:srgbClr val="004AAC"/>
                </a:solidFill>
                <a:latin typeface="Arial MT"/>
                <a:cs typeface="Arial MT"/>
              </a:rPr>
              <a:t>U</a:t>
            </a:r>
            <a:r>
              <a:rPr dirty="0" sz="7050" spc="-75">
                <a:solidFill>
                  <a:srgbClr val="004AAC"/>
                </a:solidFill>
                <a:latin typeface="Arial MT"/>
                <a:cs typeface="Arial MT"/>
              </a:rPr>
              <a:t>S</a:t>
            </a:r>
            <a:r>
              <a:rPr dirty="0" sz="7050" spc="-35">
                <a:solidFill>
                  <a:srgbClr val="004AAC"/>
                </a:solidFill>
                <a:latin typeface="Arial MT"/>
                <a:cs typeface="Arial MT"/>
              </a:rPr>
              <a:t>I</a:t>
            </a:r>
            <a:r>
              <a:rPr dirty="0" sz="7050" spc="-275">
                <a:solidFill>
                  <a:srgbClr val="004AAC"/>
                </a:solidFill>
                <a:latin typeface="Arial MT"/>
                <a:cs typeface="Arial MT"/>
              </a:rPr>
              <a:t>N</a:t>
            </a:r>
            <a:r>
              <a:rPr dirty="0" sz="7050" spc="365">
                <a:solidFill>
                  <a:srgbClr val="004AAC"/>
                </a:solidFill>
                <a:latin typeface="Arial MT"/>
                <a:cs typeface="Arial MT"/>
              </a:rPr>
              <a:t>G</a:t>
            </a:r>
            <a:r>
              <a:rPr dirty="0" sz="7050" spc="-1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55">
                <a:solidFill>
                  <a:srgbClr val="004AAC"/>
                </a:solidFill>
                <a:latin typeface="Arial MT"/>
                <a:cs typeface="Arial MT"/>
              </a:rPr>
              <a:t>X</a:t>
            </a:r>
            <a:r>
              <a:rPr dirty="0" sz="7050" spc="-65">
                <a:solidFill>
                  <a:srgbClr val="004AAC"/>
                </a:solidFill>
                <a:latin typeface="Arial MT"/>
                <a:cs typeface="Arial MT"/>
              </a:rPr>
              <a:t>O</a:t>
            </a:r>
            <a:r>
              <a:rPr dirty="0" sz="7050" spc="445">
                <a:solidFill>
                  <a:srgbClr val="004AAC"/>
                </a:solidFill>
                <a:latin typeface="Arial MT"/>
                <a:cs typeface="Arial MT"/>
              </a:rPr>
              <a:t>R</a:t>
            </a:r>
            <a:r>
              <a:rPr dirty="0" sz="7050" spc="126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7050" spc="-10">
                <a:solidFill>
                  <a:srgbClr val="004AAC"/>
                </a:solidFill>
                <a:latin typeface="Arial MT"/>
                <a:cs typeface="Arial MT"/>
              </a:rPr>
              <a:t>LOGIC</a:t>
            </a:r>
            <a:endParaRPr sz="705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5667" y="2341198"/>
            <a:ext cx="4322445" cy="797560"/>
          </a:xfrm>
          <a:custGeom>
            <a:avLst/>
            <a:gdLst/>
            <a:ahLst/>
            <a:cxnLst/>
            <a:rect l="l" t="t" r="r" b="b"/>
            <a:pathLst>
              <a:path w="4322445" h="797560">
                <a:moveTo>
                  <a:pt x="3550636" y="797109"/>
                </a:moveTo>
                <a:lnTo>
                  <a:pt x="0" y="797109"/>
                </a:lnTo>
                <a:lnTo>
                  <a:pt x="771524" y="0"/>
                </a:lnTo>
                <a:lnTo>
                  <a:pt x="4321828" y="0"/>
                </a:lnTo>
                <a:lnTo>
                  <a:pt x="4321828" y="343"/>
                </a:lnTo>
                <a:lnTo>
                  <a:pt x="3550636" y="797109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011831" y="2512712"/>
            <a:ext cx="2510155" cy="4216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14">
                <a:solidFill>
                  <a:srgbClr val="FEFEFE"/>
                </a:solidFill>
                <a:latin typeface="Verdana"/>
                <a:cs typeface="Verdana"/>
              </a:rPr>
              <a:t>Thynk</a:t>
            </a:r>
            <a:r>
              <a:rPr dirty="0" sz="2600" spc="-19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10">
                <a:solidFill>
                  <a:srgbClr val="FEFEFE"/>
                </a:solidFill>
                <a:latin typeface="Verdana"/>
                <a:cs typeface="Verdana"/>
              </a:rPr>
              <a:t>Unlimited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89225" y="2739757"/>
            <a:ext cx="13282930" cy="4262120"/>
          </a:xfrm>
          <a:custGeom>
            <a:avLst/>
            <a:gdLst/>
            <a:ahLst/>
            <a:cxnLst/>
            <a:rect l="l" t="t" r="r" b="b"/>
            <a:pathLst>
              <a:path w="13282930" h="4262120">
                <a:moveTo>
                  <a:pt x="398551" y="4062590"/>
                </a:moveTo>
                <a:lnTo>
                  <a:pt x="393293" y="4016895"/>
                </a:lnTo>
                <a:lnTo>
                  <a:pt x="378294" y="3974960"/>
                </a:lnTo>
                <a:lnTo>
                  <a:pt x="354774" y="3937952"/>
                </a:lnTo>
                <a:lnTo>
                  <a:pt x="323913" y="3907091"/>
                </a:lnTo>
                <a:lnTo>
                  <a:pt x="286905" y="3883571"/>
                </a:lnTo>
                <a:lnTo>
                  <a:pt x="244970" y="3868585"/>
                </a:lnTo>
                <a:lnTo>
                  <a:pt x="199275" y="3863314"/>
                </a:lnTo>
                <a:lnTo>
                  <a:pt x="153581" y="3868585"/>
                </a:lnTo>
                <a:lnTo>
                  <a:pt x="111633" y="3883571"/>
                </a:lnTo>
                <a:lnTo>
                  <a:pt x="74637" y="3907091"/>
                </a:lnTo>
                <a:lnTo>
                  <a:pt x="43776" y="3937952"/>
                </a:lnTo>
                <a:lnTo>
                  <a:pt x="20256" y="3974960"/>
                </a:lnTo>
                <a:lnTo>
                  <a:pt x="5257" y="4016895"/>
                </a:lnTo>
                <a:lnTo>
                  <a:pt x="0" y="4062590"/>
                </a:lnTo>
                <a:lnTo>
                  <a:pt x="5257" y="4108285"/>
                </a:lnTo>
                <a:lnTo>
                  <a:pt x="20256" y="4150233"/>
                </a:lnTo>
                <a:lnTo>
                  <a:pt x="43776" y="4187228"/>
                </a:lnTo>
                <a:lnTo>
                  <a:pt x="74637" y="4218089"/>
                </a:lnTo>
                <a:lnTo>
                  <a:pt x="111633" y="4241622"/>
                </a:lnTo>
                <a:lnTo>
                  <a:pt x="153581" y="4256608"/>
                </a:lnTo>
                <a:lnTo>
                  <a:pt x="199275" y="4261866"/>
                </a:lnTo>
                <a:lnTo>
                  <a:pt x="244970" y="4256608"/>
                </a:lnTo>
                <a:lnTo>
                  <a:pt x="286905" y="4241622"/>
                </a:lnTo>
                <a:lnTo>
                  <a:pt x="323913" y="4218089"/>
                </a:lnTo>
                <a:lnTo>
                  <a:pt x="354774" y="4187228"/>
                </a:lnTo>
                <a:lnTo>
                  <a:pt x="378294" y="4150233"/>
                </a:lnTo>
                <a:lnTo>
                  <a:pt x="393293" y="4108285"/>
                </a:lnTo>
                <a:lnTo>
                  <a:pt x="398551" y="4062590"/>
                </a:lnTo>
                <a:close/>
              </a:path>
              <a:path w="13282930" h="4262120">
                <a:moveTo>
                  <a:pt x="939977" y="4062590"/>
                </a:moveTo>
                <a:lnTo>
                  <a:pt x="934720" y="4016895"/>
                </a:lnTo>
                <a:lnTo>
                  <a:pt x="919721" y="3974960"/>
                </a:lnTo>
                <a:lnTo>
                  <a:pt x="896200" y="3937952"/>
                </a:lnTo>
                <a:lnTo>
                  <a:pt x="865339" y="3907091"/>
                </a:lnTo>
                <a:lnTo>
                  <a:pt x="828344" y="3883571"/>
                </a:lnTo>
                <a:lnTo>
                  <a:pt x="786396" y="3868585"/>
                </a:lnTo>
                <a:lnTo>
                  <a:pt x="740702" y="3863314"/>
                </a:lnTo>
                <a:lnTo>
                  <a:pt x="695007" y="3868585"/>
                </a:lnTo>
                <a:lnTo>
                  <a:pt x="653059" y="3883571"/>
                </a:lnTo>
                <a:lnTo>
                  <a:pt x="616064" y="3907091"/>
                </a:lnTo>
                <a:lnTo>
                  <a:pt x="585203" y="3937952"/>
                </a:lnTo>
                <a:lnTo>
                  <a:pt x="561682" y="3974960"/>
                </a:lnTo>
                <a:lnTo>
                  <a:pt x="546684" y="4016895"/>
                </a:lnTo>
                <a:lnTo>
                  <a:pt x="541426" y="4062590"/>
                </a:lnTo>
                <a:lnTo>
                  <a:pt x="546684" y="4108285"/>
                </a:lnTo>
                <a:lnTo>
                  <a:pt x="561682" y="4150233"/>
                </a:lnTo>
                <a:lnTo>
                  <a:pt x="585203" y="4187228"/>
                </a:lnTo>
                <a:lnTo>
                  <a:pt x="616064" y="4218089"/>
                </a:lnTo>
                <a:lnTo>
                  <a:pt x="653059" y="4241622"/>
                </a:lnTo>
                <a:lnTo>
                  <a:pt x="695007" y="4256608"/>
                </a:lnTo>
                <a:lnTo>
                  <a:pt x="740702" y="4261866"/>
                </a:lnTo>
                <a:lnTo>
                  <a:pt x="786396" y="4256608"/>
                </a:lnTo>
                <a:lnTo>
                  <a:pt x="828344" y="4241622"/>
                </a:lnTo>
                <a:lnTo>
                  <a:pt x="865339" y="4218089"/>
                </a:lnTo>
                <a:lnTo>
                  <a:pt x="896200" y="4187228"/>
                </a:lnTo>
                <a:lnTo>
                  <a:pt x="919721" y="4150233"/>
                </a:lnTo>
                <a:lnTo>
                  <a:pt x="934720" y="4108285"/>
                </a:lnTo>
                <a:lnTo>
                  <a:pt x="939977" y="4062590"/>
                </a:lnTo>
                <a:close/>
              </a:path>
              <a:path w="13282930" h="4262120">
                <a:moveTo>
                  <a:pt x="1478229" y="4062590"/>
                </a:moveTo>
                <a:lnTo>
                  <a:pt x="1472958" y="4016895"/>
                </a:lnTo>
                <a:lnTo>
                  <a:pt x="1457972" y="3974960"/>
                </a:lnTo>
                <a:lnTo>
                  <a:pt x="1434439" y="3937952"/>
                </a:lnTo>
                <a:lnTo>
                  <a:pt x="1403578" y="3907091"/>
                </a:lnTo>
                <a:lnTo>
                  <a:pt x="1366583" y="3883571"/>
                </a:lnTo>
                <a:lnTo>
                  <a:pt x="1324635" y="3868585"/>
                </a:lnTo>
                <a:lnTo>
                  <a:pt x="1278940" y="3863314"/>
                </a:lnTo>
                <a:lnTo>
                  <a:pt x="1233258" y="3868585"/>
                </a:lnTo>
                <a:lnTo>
                  <a:pt x="1191310" y="3883571"/>
                </a:lnTo>
                <a:lnTo>
                  <a:pt x="1154303" y="3907091"/>
                </a:lnTo>
                <a:lnTo>
                  <a:pt x="1123442" y="3937952"/>
                </a:lnTo>
                <a:lnTo>
                  <a:pt x="1099921" y="3974960"/>
                </a:lnTo>
                <a:lnTo>
                  <a:pt x="1084935" y="4016895"/>
                </a:lnTo>
                <a:lnTo>
                  <a:pt x="1079665" y="4062590"/>
                </a:lnTo>
                <a:lnTo>
                  <a:pt x="1084935" y="4108285"/>
                </a:lnTo>
                <a:lnTo>
                  <a:pt x="1099921" y="4150233"/>
                </a:lnTo>
                <a:lnTo>
                  <a:pt x="1123442" y="4187228"/>
                </a:lnTo>
                <a:lnTo>
                  <a:pt x="1154303" y="4218089"/>
                </a:lnTo>
                <a:lnTo>
                  <a:pt x="1191310" y="4241622"/>
                </a:lnTo>
                <a:lnTo>
                  <a:pt x="1233258" y="4256608"/>
                </a:lnTo>
                <a:lnTo>
                  <a:pt x="1278940" y="4261866"/>
                </a:lnTo>
                <a:lnTo>
                  <a:pt x="1324635" y="4256608"/>
                </a:lnTo>
                <a:lnTo>
                  <a:pt x="1366583" y="4241622"/>
                </a:lnTo>
                <a:lnTo>
                  <a:pt x="1403578" y="4218089"/>
                </a:lnTo>
                <a:lnTo>
                  <a:pt x="1434439" y="4187228"/>
                </a:lnTo>
                <a:lnTo>
                  <a:pt x="1457972" y="4150233"/>
                </a:lnTo>
                <a:lnTo>
                  <a:pt x="1472958" y="4108285"/>
                </a:lnTo>
                <a:lnTo>
                  <a:pt x="1478229" y="4062590"/>
                </a:lnTo>
                <a:close/>
              </a:path>
              <a:path w="13282930" h="4262120">
                <a:moveTo>
                  <a:pt x="12202859" y="199275"/>
                </a:moveTo>
                <a:lnTo>
                  <a:pt x="12197601" y="153581"/>
                </a:lnTo>
                <a:lnTo>
                  <a:pt x="12182602" y="111645"/>
                </a:lnTo>
                <a:lnTo>
                  <a:pt x="12159082" y="74637"/>
                </a:lnTo>
                <a:lnTo>
                  <a:pt x="12128221" y="43776"/>
                </a:lnTo>
                <a:lnTo>
                  <a:pt x="12091213" y="20256"/>
                </a:lnTo>
                <a:lnTo>
                  <a:pt x="12049277" y="5270"/>
                </a:lnTo>
                <a:lnTo>
                  <a:pt x="12003583" y="0"/>
                </a:lnTo>
                <a:lnTo>
                  <a:pt x="11957888" y="5270"/>
                </a:lnTo>
                <a:lnTo>
                  <a:pt x="11915940" y="20256"/>
                </a:lnTo>
                <a:lnTo>
                  <a:pt x="11878945" y="43776"/>
                </a:lnTo>
                <a:lnTo>
                  <a:pt x="11848084" y="74637"/>
                </a:lnTo>
                <a:lnTo>
                  <a:pt x="11824564" y="111645"/>
                </a:lnTo>
                <a:lnTo>
                  <a:pt x="11809565" y="153581"/>
                </a:lnTo>
                <a:lnTo>
                  <a:pt x="11804307" y="199275"/>
                </a:lnTo>
                <a:lnTo>
                  <a:pt x="11809565" y="244970"/>
                </a:lnTo>
                <a:lnTo>
                  <a:pt x="11824564" y="286918"/>
                </a:lnTo>
                <a:lnTo>
                  <a:pt x="11848084" y="323913"/>
                </a:lnTo>
                <a:lnTo>
                  <a:pt x="11878945" y="354774"/>
                </a:lnTo>
                <a:lnTo>
                  <a:pt x="11915940" y="378307"/>
                </a:lnTo>
                <a:lnTo>
                  <a:pt x="11957888" y="393293"/>
                </a:lnTo>
                <a:lnTo>
                  <a:pt x="12003583" y="398551"/>
                </a:lnTo>
                <a:lnTo>
                  <a:pt x="12049277" y="393293"/>
                </a:lnTo>
                <a:lnTo>
                  <a:pt x="12091213" y="378307"/>
                </a:lnTo>
                <a:lnTo>
                  <a:pt x="12128221" y="354774"/>
                </a:lnTo>
                <a:lnTo>
                  <a:pt x="12159082" y="323913"/>
                </a:lnTo>
                <a:lnTo>
                  <a:pt x="12182602" y="286918"/>
                </a:lnTo>
                <a:lnTo>
                  <a:pt x="12197601" y="244970"/>
                </a:lnTo>
                <a:lnTo>
                  <a:pt x="12202859" y="199275"/>
                </a:lnTo>
                <a:close/>
              </a:path>
              <a:path w="13282930" h="4262120">
                <a:moveTo>
                  <a:pt x="12744285" y="199275"/>
                </a:moveTo>
                <a:lnTo>
                  <a:pt x="12739027" y="153581"/>
                </a:lnTo>
                <a:lnTo>
                  <a:pt x="12724029" y="111645"/>
                </a:lnTo>
                <a:lnTo>
                  <a:pt x="12700508" y="74637"/>
                </a:lnTo>
                <a:lnTo>
                  <a:pt x="12669647" y="43776"/>
                </a:lnTo>
                <a:lnTo>
                  <a:pt x="12632652" y="20256"/>
                </a:lnTo>
                <a:lnTo>
                  <a:pt x="12590704" y="5270"/>
                </a:lnTo>
                <a:lnTo>
                  <a:pt x="12545009" y="0"/>
                </a:lnTo>
                <a:lnTo>
                  <a:pt x="12499315" y="5270"/>
                </a:lnTo>
                <a:lnTo>
                  <a:pt x="12457379" y="20256"/>
                </a:lnTo>
                <a:lnTo>
                  <a:pt x="12420371" y="43776"/>
                </a:lnTo>
                <a:lnTo>
                  <a:pt x="12389510" y="74637"/>
                </a:lnTo>
                <a:lnTo>
                  <a:pt x="12365990" y="111645"/>
                </a:lnTo>
                <a:lnTo>
                  <a:pt x="12350991" y="153581"/>
                </a:lnTo>
                <a:lnTo>
                  <a:pt x="12345734" y="199275"/>
                </a:lnTo>
                <a:lnTo>
                  <a:pt x="12350991" y="244970"/>
                </a:lnTo>
                <a:lnTo>
                  <a:pt x="12365990" y="286918"/>
                </a:lnTo>
                <a:lnTo>
                  <a:pt x="12389510" y="323913"/>
                </a:lnTo>
                <a:lnTo>
                  <a:pt x="12420371" y="354774"/>
                </a:lnTo>
                <a:lnTo>
                  <a:pt x="12457379" y="378307"/>
                </a:lnTo>
                <a:lnTo>
                  <a:pt x="12499315" y="393293"/>
                </a:lnTo>
                <a:lnTo>
                  <a:pt x="12545009" y="398551"/>
                </a:lnTo>
                <a:lnTo>
                  <a:pt x="12590704" y="393293"/>
                </a:lnTo>
                <a:lnTo>
                  <a:pt x="12632652" y="378307"/>
                </a:lnTo>
                <a:lnTo>
                  <a:pt x="12669647" y="354774"/>
                </a:lnTo>
                <a:lnTo>
                  <a:pt x="12700508" y="323913"/>
                </a:lnTo>
                <a:lnTo>
                  <a:pt x="12724029" y="286918"/>
                </a:lnTo>
                <a:lnTo>
                  <a:pt x="12739027" y="244970"/>
                </a:lnTo>
                <a:lnTo>
                  <a:pt x="12744285" y="199275"/>
                </a:lnTo>
                <a:close/>
              </a:path>
              <a:path w="13282930" h="4262120">
                <a:moveTo>
                  <a:pt x="13282536" y="199275"/>
                </a:moveTo>
                <a:lnTo>
                  <a:pt x="13277266" y="153581"/>
                </a:lnTo>
                <a:lnTo>
                  <a:pt x="13262280" y="111645"/>
                </a:lnTo>
                <a:lnTo>
                  <a:pt x="13238760" y="74637"/>
                </a:lnTo>
                <a:lnTo>
                  <a:pt x="13207899" y="43776"/>
                </a:lnTo>
                <a:lnTo>
                  <a:pt x="13170891" y="20256"/>
                </a:lnTo>
                <a:lnTo>
                  <a:pt x="13128943" y="5270"/>
                </a:lnTo>
                <a:lnTo>
                  <a:pt x="13083261" y="0"/>
                </a:lnTo>
                <a:lnTo>
                  <a:pt x="13037566" y="5270"/>
                </a:lnTo>
                <a:lnTo>
                  <a:pt x="12995618" y="20256"/>
                </a:lnTo>
                <a:lnTo>
                  <a:pt x="12958623" y="43776"/>
                </a:lnTo>
                <a:lnTo>
                  <a:pt x="12927762" y="74637"/>
                </a:lnTo>
                <a:lnTo>
                  <a:pt x="12904229" y="111645"/>
                </a:lnTo>
                <a:lnTo>
                  <a:pt x="12889243" y="153581"/>
                </a:lnTo>
                <a:lnTo>
                  <a:pt x="12883972" y="199275"/>
                </a:lnTo>
                <a:lnTo>
                  <a:pt x="12889243" y="244970"/>
                </a:lnTo>
                <a:lnTo>
                  <a:pt x="12904229" y="286918"/>
                </a:lnTo>
                <a:lnTo>
                  <a:pt x="12927762" y="323913"/>
                </a:lnTo>
                <a:lnTo>
                  <a:pt x="12958623" y="354774"/>
                </a:lnTo>
                <a:lnTo>
                  <a:pt x="12995618" y="378307"/>
                </a:lnTo>
                <a:lnTo>
                  <a:pt x="13037566" y="393293"/>
                </a:lnTo>
                <a:lnTo>
                  <a:pt x="13083261" y="398551"/>
                </a:lnTo>
                <a:lnTo>
                  <a:pt x="13128943" y="393293"/>
                </a:lnTo>
                <a:lnTo>
                  <a:pt x="13170891" y="378307"/>
                </a:lnTo>
                <a:lnTo>
                  <a:pt x="13207899" y="354774"/>
                </a:lnTo>
                <a:lnTo>
                  <a:pt x="13238760" y="323913"/>
                </a:lnTo>
                <a:lnTo>
                  <a:pt x="13262280" y="286918"/>
                </a:lnTo>
                <a:lnTo>
                  <a:pt x="13277266" y="244970"/>
                </a:lnTo>
                <a:lnTo>
                  <a:pt x="13282536" y="199275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2500" y="952519"/>
            <a:ext cx="16314419" cy="8382000"/>
            <a:chOff x="952500" y="952519"/>
            <a:chExt cx="16314419" cy="8382000"/>
          </a:xfrm>
        </p:grpSpPr>
        <p:sp>
          <p:nvSpPr>
            <p:cNvPr id="3" name="object 3"/>
            <p:cNvSpPr/>
            <p:nvPr/>
          </p:nvSpPr>
          <p:spPr>
            <a:xfrm>
              <a:off x="13564517" y="1028756"/>
              <a:ext cx="3626485" cy="8229600"/>
            </a:xfrm>
            <a:custGeom>
              <a:avLst/>
              <a:gdLst/>
              <a:ahLst/>
              <a:cxnLst/>
              <a:rect l="l" t="t" r="r" b="b"/>
              <a:pathLst>
                <a:path w="3626484" h="8229600">
                  <a:moveTo>
                    <a:pt x="0" y="0"/>
                  </a:moveTo>
                  <a:lnTo>
                    <a:pt x="3626197" y="0"/>
                  </a:lnTo>
                  <a:lnTo>
                    <a:pt x="3626197" y="8229487"/>
                  </a:lnTo>
                  <a:lnTo>
                    <a:pt x="0" y="8229487"/>
                  </a:lnTo>
                  <a:lnTo>
                    <a:pt x="0" y="0"/>
                  </a:lnTo>
                  <a:close/>
                </a:path>
              </a:pathLst>
            </a:custGeom>
            <a:ln w="1523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293230" y="1029677"/>
              <a:ext cx="3966210" cy="8224520"/>
            </a:xfrm>
            <a:custGeom>
              <a:avLst/>
              <a:gdLst/>
              <a:ahLst/>
              <a:cxnLst/>
              <a:rect l="l" t="t" r="r" b="b"/>
              <a:pathLst>
                <a:path w="3966209" h="8224520">
                  <a:moveTo>
                    <a:pt x="3897299" y="0"/>
                  </a:moveTo>
                  <a:lnTo>
                    <a:pt x="3825341" y="0"/>
                  </a:lnTo>
                  <a:lnTo>
                    <a:pt x="3825341" y="2826296"/>
                  </a:lnTo>
                  <a:lnTo>
                    <a:pt x="3825341" y="3169704"/>
                  </a:lnTo>
                  <a:lnTo>
                    <a:pt x="3142145" y="2486495"/>
                  </a:lnTo>
                  <a:lnTo>
                    <a:pt x="3142145" y="1535836"/>
                  </a:lnTo>
                  <a:lnTo>
                    <a:pt x="3263836" y="1657540"/>
                  </a:lnTo>
                  <a:lnTo>
                    <a:pt x="3263836" y="2142579"/>
                  </a:lnTo>
                  <a:lnTo>
                    <a:pt x="3495281" y="2374011"/>
                  </a:lnTo>
                  <a:lnTo>
                    <a:pt x="3495281" y="2503055"/>
                  </a:lnTo>
                  <a:lnTo>
                    <a:pt x="3825341" y="2826296"/>
                  </a:lnTo>
                  <a:lnTo>
                    <a:pt x="3825341" y="0"/>
                  </a:lnTo>
                  <a:lnTo>
                    <a:pt x="3682974" y="0"/>
                  </a:lnTo>
                  <a:lnTo>
                    <a:pt x="3682974" y="71958"/>
                  </a:lnTo>
                  <a:lnTo>
                    <a:pt x="3682974" y="804418"/>
                  </a:lnTo>
                  <a:lnTo>
                    <a:pt x="3682974" y="906170"/>
                  </a:lnTo>
                  <a:lnTo>
                    <a:pt x="3682974" y="1124839"/>
                  </a:lnTo>
                  <a:lnTo>
                    <a:pt x="3677882" y="1129944"/>
                  </a:lnTo>
                  <a:lnTo>
                    <a:pt x="3626993" y="1079055"/>
                  </a:lnTo>
                  <a:lnTo>
                    <a:pt x="3626993" y="1180807"/>
                  </a:lnTo>
                  <a:lnTo>
                    <a:pt x="3495281" y="1312532"/>
                  </a:lnTo>
                  <a:lnTo>
                    <a:pt x="3495281" y="1442897"/>
                  </a:lnTo>
                  <a:lnTo>
                    <a:pt x="3495268" y="1544662"/>
                  </a:lnTo>
                  <a:lnTo>
                    <a:pt x="3495268" y="2272258"/>
                  </a:lnTo>
                  <a:lnTo>
                    <a:pt x="3335782" y="2112772"/>
                  </a:lnTo>
                  <a:lnTo>
                    <a:pt x="3335782" y="1627746"/>
                  </a:lnTo>
                  <a:lnTo>
                    <a:pt x="3243884" y="1535836"/>
                  </a:lnTo>
                  <a:lnTo>
                    <a:pt x="3142145" y="1434096"/>
                  </a:lnTo>
                  <a:lnTo>
                    <a:pt x="3142145" y="1191539"/>
                  </a:lnTo>
                  <a:lnTo>
                    <a:pt x="3495268" y="1544662"/>
                  </a:lnTo>
                  <a:lnTo>
                    <a:pt x="3495268" y="1442885"/>
                  </a:lnTo>
                  <a:lnTo>
                    <a:pt x="3243923" y="1191539"/>
                  </a:lnTo>
                  <a:lnTo>
                    <a:pt x="3142157" y="1089774"/>
                  </a:lnTo>
                  <a:lnTo>
                    <a:pt x="3142157" y="993241"/>
                  </a:lnTo>
                  <a:lnTo>
                    <a:pt x="2628696" y="479793"/>
                  </a:lnTo>
                  <a:lnTo>
                    <a:pt x="1214323" y="479793"/>
                  </a:lnTo>
                  <a:lnTo>
                    <a:pt x="1214323" y="321703"/>
                  </a:lnTo>
                  <a:lnTo>
                    <a:pt x="1142365" y="249745"/>
                  </a:lnTo>
                  <a:lnTo>
                    <a:pt x="1142365" y="351510"/>
                  </a:lnTo>
                  <a:lnTo>
                    <a:pt x="1142365" y="479793"/>
                  </a:lnTo>
                  <a:lnTo>
                    <a:pt x="1028522" y="479793"/>
                  </a:lnTo>
                  <a:lnTo>
                    <a:pt x="620674" y="71958"/>
                  </a:lnTo>
                  <a:lnTo>
                    <a:pt x="862825" y="71958"/>
                  </a:lnTo>
                  <a:lnTo>
                    <a:pt x="1142365" y="351510"/>
                  </a:lnTo>
                  <a:lnTo>
                    <a:pt x="1142365" y="249745"/>
                  </a:lnTo>
                  <a:lnTo>
                    <a:pt x="964577" y="71958"/>
                  </a:lnTo>
                  <a:lnTo>
                    <a:pt x="1309281" y="71958"/>
                  </a:lnTo>
                  <a:lnTo>
                    <a:pt x="1551584" y="314261"/>
                  </a:lnTo>
                  <a:lnTo>
                    <a:pt x="2760434" y="314261"/>
                  </a:lnTo>
                  <a:lnTo>
                    <a:pt x="3626993" y="1180807"/>
                  </a:lnTo>
                  <a:lnTo>
                    <a:pt x="3626993" y="1079055"/>
                  </a:lnTo>
                  <a:lnTo>
                    <a:pt x="2790253" y="242303"/>
                  </a:lnTo>
                  <a:lnTo>
                    <a:pt x="1581404" y="242303"/>
                  </a:lnTo>
                  <a:lnTo>
                    <a:pt x="1411046" y="71958"/>
                  </a:lnTo>
                  <a:lnTo>
                    <a:pt x="3062630" y="71958"/>
                  </a:lnTo>
                  <a:lnTo>
                    <a:pt x="3277654" y="286981"/>
                  </a:lnTo>
                  <a:lnTo>
                    <a:pt x="3277654" y="500849"/>
                  </a:lnTo>
                  <a:lnTo>
                    <a:pt x="3682974" y="906170"/>
                  </a:lnTo>
                  <a:lnTo>
                    <a:pt x="3682974" y="804418"/>
                  </a:lnTo>
                  <a:lnTo>
                    <a:pt x="3349612" y="471055"/>
                  </a:lnTo>
                  <a:lnTo>
                    <a:pt x="3349612" y="257175"/>
                  </a:lnTo>
                  <a:lnTo>
                    <a:pt x="3164382" y="71958"/>
                  </a:lnTo>
                  <a:lnTo>
                    <a:pt x="3682974" y="71958"/>
                  </a:lnTo>
                  <a:lnTo>
                    <a:pt x="3682974" y="0"/>
                  </a:lnTo>
                  <a:lnTo>
                    <a:pt x="0" y="0"/>
                  </a:lnTo>
                  <a:lnTo>
                    <a:pt x="0" y="71958"/>
                  </a:lnTo>
                  <a:lnTo>
                    <a:pt x="518922" y="71958"/>
                  </a:lnTo>
                  <a:lnTo>
                    <a:pt x="998702" y="551738"/>
                  </a:lnTo>
                  <a:lnTo>
                    <a:pt x="2598890" y="551738"/>
                  </a:lnTo>
                  <a:lnTo>
                    <a:pt x="3070199" y="1023048"/>
                  </a:lnTo>
                  <a:lnTo>
                    <a:pt x="3070199" y="2516301"/>
                  </a:lnTo>
                  <a:lnTo>
                    <a:pt x="3825354" y="3271443"/>
                  </a:lnTo>
                  <a:lnTo>
                    <a:pt x="3825354" y="4113263"/>
                  </a:lnTo>
                  <a:lnTo>
                    <a:pt x="3897299" y="4113263"/>
                  </a:lnTo>
                  <a:lnTo>
                    <a:pt x="3897299" y="3169704"/>
                  </a:lnTo>
                  <a:lnTo>
                    <a:pt x="3897299" y="2272258"/>
                  </a:lnTo>
                  <a:lnTo>
                    <a:pt x="3897299" y="1442897"/>
                  </a:lnTo>
                  <a:lnTo>
                    <a:pt x="3897299" y="1129944"/>
                  </a:lnTo>
                  <a:lnTo>
                    <a:pt x="3897299" y="804418"/>
                  </a:lnTo>
                  <a:lnTo>
                    <a:pt x="3897299" y="0"/>
                  </a:lnTo>
                  <a:close/>
                </a:path>
                <a:path w="3966209" h="8224520">
                  <a:moveTo>
                    <a:pt x="3965651" y="8159394"/>
                  </a:moveTo>
                  <a:lnTo>
                    <a:pt x="3473767" y="8159394"/>
                  </a:lnTo>
                  <a:lnTo>
                    <a:pt x="3377323" y="8062950"/>
                  </a:lnTo>
                  <a:lnTo>
                    <a:pt x="3377323" y="8159394"/>
                  </a:lnTo>
                  <a:lnTo>
                    <a:pt x="3147796" y="8159394"/>
                  </a:lnTo>
                  <a:lnTo>
                    <a:pt x="3051340" y="8062950"/>
                  </a:lnTo>
                  <a:lnTo>
                    <a:pt x="3051340" y="8159394"/>
                  </a:lnTo>
                  <a:lnTo>
                    <a:pt x="2724607" y="8159394"/>
                  </a:lnTo>
                  <a:lnTo>
                    <a:pt x="2628150" y="8062938"/>
                  </a:lnTo>
                  <a:lnTo>
                    <a:pt x="2628150" y="8159394"/>
                  </a:lnTo>
                  <a:lnTo>
                    <a:pt x="1062634" y="8159394"/>
                  </a:lnTo>
                  <a:lnTo>
                    <a:pt x="966177" y="8062938"/>
                  </a:lnTo>
                  <a:lnTo>
                    <a:pt x="966177" y="8159394"/>
                  </a:lnTo>
                  <a:lnTo>
                    <a:pt x="474624" y="8159394"/>
                  </a:lnTo>
                  <a:lnTo>
                    <a:pt x="474624" y="7465111"/>
                  </a:lnTo>
                  <a:lnTo>
                    <a:pt x="790613" y="7781099"/>
                  </a:lnTo>
                  <a:lnTo>
                    <a:pt x="790613" y="7983829"/>
                  </a:lnTo>
                  <a:lnTo>
                    <a:pt x="966177" y="8159394"/>
                  </a:lnTo>
                  <a:lnTo>
                    <a:pt x="966177" y="8062938"/>
                  </a:lnTo>
                  <a:lnTo>
                    <a:pt x="858824" y="7955585"/>
                  </a:lnTo>
                  <a:lnTo>
                    <a:pt x="858824" y="7752855"/>
                  </a:lnTo>
                  <a:lnTo>
                    <a:pt x="474624" y="7368667"/>
                  </a:lnTo>
                  <a:lnTo>
                    <a:pt x="474624" y="7161390"/>
                  </a:lnTo>
                  <a:lnTo>
                    <a:pt x="479450" y="7156564"/>
                  </a:lnTo>
                  <a:lnTo>
                    <a:pt x="1320825" y="7997926"/>
                  </a:lnTo>
                  <a:lnTo>
                    <a:pt x="2466670" y="7997926"/>
                  </a:lnTo>
                  <a:lnTo>
                    <a:pt x="2628150" y="8159394"/>
                  </a:lnTo>
                  <a:lnTo>
                    <a:pt x="2628150" y="8062938"/>
                  </a:lnTo>
                  <a:lnTo>
                    <a:pt x="2494940" y="7929727"/>
                  </a:lnTo>
                  <a:lnTo>
                    <a:pt x="1349082" y="7929727"/>
                  </a:lnTo>
                  <a:lnTo>
                    <a:pt x="527685" y="7108342"/>
                  </a:lnTo>
                  <a:lnTo>
                    <a:pt x="652538" y="6983476"/>
                  </a:lnTo>
                  <a:lnTo>
                    <a:pt x="652538" y="6859905"/>
                  </a:lnTo>
                  <a:lnTo>
                    <a:pt x="890803" y="7098170"/>
                  </a:lnTo>
                  <a:lnTo>
                    <a:pt x="987259" y="7194626"/>
                  </a:lnTo>
                  <a:lnTo>
                    <a:pt x="987259" y="7286130"/>
                  </a:lnTo>
                  <a:lnTo>
                    <a:pt x="1473949" y="7772819"/>
                  </a:lnTo>
                  <a:lnTo>
                    <a:pt x="2814612" y="7772819"/>
                  </a:lnTo>
                  <a:lnTo>
                    <a:pt x="2814612" y="7922666"/>
                  </a:lnTo>
                  <a:lnTo>
                    <a:pt x="3051340" y="8159394"/>
                  </a:lnTo>
                  <a:lnTo>
                    <a:pt x="3051340" y="8062950"/>
                  </a:lnTo>
                  <a:lnTo>
                    <a:pt x="2882811" y="7894421"/>
                  </a:lnTo>
                  <a:lnTo>
                    <a:pt x="2882811" y="7772819"/>
                  </a:lnTo>
                  <a:lnTo>
                    <a:pt x="2990735" y="7772819"/>
                  </a:lnTo>
                  <a:lnTo>
                    <a:pt x="3377323" y="8159394"/>
                  </a:lnTo>
                  <a:lnTo>
                    <a:pt x="3377323" y="8062950"/>
                  </a:lnTo>
                  <a:lnTo>
                    <a:pt x="3018993" y="7704620"/>
                  </a:lnTo>
                  <a:lnTo>
                    <a:pt x="1502206" y="7704620"/>
                  </a:lnTo>
                  <a:lnTo>
                    <a:pt x="1055458" y="7257885"/>
                  </a:lnTo>
                  <a:lnTo>
                    <a:pt x="1055458" y="5842457"/>
                  </a:lnTo>
                  <a:lnTo>
                    <a:pt x="987272" y="5774271"/>
                  </a:lnTo>
                  <a:lnTo>
                    <a:pt x="987272" y="5870702"/>
                  </a:lnTo>
                  <a:lnTo>
                    <a:pt x="987272" y="6771818"/>
                  </a:lnTo>
                  <a:lnTo>
                    <a:pt x="987272" y="6868249"/>
                  </a:lnTo>
                  <a:lnTo>
                    <a:pt x="987272" y="7098170"/>
                  </a:lnTo>
                  <a:lnTo>
                    <a:pt x="652551" y="6763448"/>
                  </a:lnTo>
                  <a:lnTo>
                    <a:pt x="652551" y="6073775"/>
                  </a:lnTo>
                  <a:lnTo>
                    <a:pt x="803719" y="6224956"/>
                  </a:lnTo>
                  <a:lnTo>
                    <a:pt x="803719" y="6684696"/>
                  </a:lnTo>
                  <a:lnTo>
                    <a:pt x="890828" y="6771818"/>
                  </a:lnTo>
                  <a:lnTo>
                    <a:pt x="987272" y="6868249"/>
                  </a:lnTo>
                  <a:lnTo>
                    <a:pt x="987272" y="6771818"/>
                  </a:lnTo>
                  <a:lnTo>
                    <a:pt x="871918" y="6656451"/>
                  </a:lnTo>
                  <a:lnTo>
                    <a:pt x="871918" y="6196698"/>
                  </a:lnTo>
                  <a:lnTo>
                    <a:pt x="652538" y="5977331"/>
                  </a:lnTo>
                  <a:lnTo>
                    <a:pt x="652538" y="5855005"/>
                  </a:lnTo>
                  <a:lnTo>
                    <a:pt x="339674" y="5548617"/>
                  </a:lnTo>
                  <a:lnTo>
                    <a:pt x="339674" y="5223103"/>
                  </a:lnTo>
                  <a:lnTo>
                    <a:pt x="987272" y="5870702"/>
                  </a:lnTo>
                  <a:lnTo>
                    <a:pt x="987272" y="5774271"/>
                  </a:lnTo>
                  <a:lnTo>
                    <a:pt x="339674" y="5126672"/>
                  </a:lnTo>
                  <a:lnTo>
                    <a:pt x="339674" y="4332795"/>
                  </a:lnTo>
                  <a:lnTo>
                    <a:pt x="271462" y="4332795"/>
                  </a:lnTo>
                  <a:lnTo>
                    <a:pt x="271462" y="8223910"/>
                  </a:lnTo>
                  <a:lnTo>
                    <a:pt x="3965651" y="8223910"/>
                  </a:lnTo>
                  <a:lnTo>
                    <a:pt x="3965651" y="8159394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352779" y="2726931"/>
            <a:ext cx="11409045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265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600" spc="2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transmission</a:t>
            </a:r>
            <a:r>
              <a:rPr dirty="0" sz="2600" spc="2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is</a:t>
            </a:r>
            <a:r>
              <a:rPr dirty="0" sz="2600" spc="3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600" spc="3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transfer</a:t>
            </a:r>
            <a:r>
              <a:rPr dirty="0" sz="2600" spc="27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50">
                <a:solidFill>
                  <a:srgbClr val="004AAC"/>
                </a:solidFill>
                <a:latin typeface="Verdana"/>
                <a:cs typeface="Verdana"/>
              </a:rPr>
              <a:t>of</a:t>
            </a:r>
            <a:r>
              <a:rPr dirty="0" sz="2600" spc="1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65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600" spc="2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from</a:t>
            </a:r>
            <a:r>
              <a:rPr dirty="0" sz="2600" spc="24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one</a:t>
            </a:r>
            <a:r>
              <a:rPr dirty="0" sz="2600" spc="3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digital</a:t>
            </a:r>
            <a:r>
              <a:rPr dirty="0" sz="2600" spc="37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35">
                <a:solidFill>
                  <a:srgbClr val="004AAC"/>
                </a:solidFill>
                <a:latin typeface="Verdana"/>
                <a:cs typeface="Verdana"/>
              </a:rPr>
              <a:t>device</a:t>
            </a:r>
            <a:r>
              <a:rPr dirty="0" sz="2600" spc="3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25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779" y="3126981"/>
            <a:ext cx="730250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30">
                <a:solidFill>
                  <a:srgbClr val="004AAC"/>
                </a:solidFill>
                <a:latin typeface="Verdana"/>
                <a:cs typeface="Verdana"/>
              </a:rPr>
              <a:t>another</a:t>
            </a:r>
            <a:r>
              <a:rPr dirty="0" sz="2600" spc="34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through</a:t>
            </a:r>
            <a:r>
              <a:rPr dirty="0" sz="2600" spc="3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wired</a:t>
            </a:r>
            <a:r>
              <a:rPr dirty="0" sz="2600" spc="3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or</a:t>
            </a:r>
            <a:r>
              <a:rPr dirty="0" sz="2600" spc="2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wireless</a:t>
            </a:r>
            <a:r>
              <a:rPr dirty="0" sz="2600" spc="4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network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2779" y="3108116"/>
            <a:ext cx="11408410" cy="8458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 indent="7464425">
              <a:lnSpc>
                <a:spcPct val="100000"/>
              </a:lnSpc>
              <a:spcBef>
                <a:spcPts val="130"/>
              </a:spcBef>
            </a:pPr>
            <a:r>
              <a:rPr dirty="0" sz="2600" spc="-65">
                <a:solidFill>
                  <a:srgbClr val="004AAC"/>
                </a:solidFill>
                <a:latin typeface="Verdana"/>
                <a:cs typeface="Verdana"/>
              </a:rPr>
              <a:t>channels</a:t>
            </a:r>
            <a:r>
              <a:rPr dirty="0" sz="2750" spc="-65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r>
              <a:rPr dirty="0" sz="2750" spc="229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It</a:t>
            </a:r>
            <a:r>
              <a:rPr dirty="0" sz="2600" spc="28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35">
                <a:solidFill>
                  <a:srgbClr val="004AAC"/>
                </a:solidFill>
                <a:latin typeface="Verdana"/>
                <a:cs typeface="Verdana"/>
              </a:rPr>
              <a:t>powers</a:t>
            </a:r>
            <a:r>
              <a:rPr dirty="0" sz="2600" spc="2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60">
                <a:solidFill>
                  <a:srgbClr val="004AAC"/>
                </a:solidFill>
                <a:latin typeface="Verdana"/>
                <a:cs typeface="Verdana"/>
              </a:rPr>
              <a:t>the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digital</a:t>
            </a:r>
            <a:r>
              <a:rPr dirty="0" sz="2600" spc="3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world</a:t>
            </a:r>
            <a:r>
              <a:rPr dirty="0" sz="2600" spc="31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by</a:t>
            </a:r>
            <a:r>
              <a:rPr dirty="0" sz="2600" spc="2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routing</a:t>
            </a:r>
            <a:r>
              <a:rPr dirty="0" sz="2600" spc="3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information</a:t>
            </a:r>
            <a:r>
              <a:rPr dirty="0" sz="2600" spc="3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across</a:t>
            </a:r>
            <a:r>
              <a:rPr dirty="0" sz="2600" spc="4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network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5851" y="3508166"/>
            <a:ext cx="148272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14">
                <a:solidFill>
                  <a:srgbClr val="004AAC"/>
                </a:solidFill>
                <a:latin typeface="Verdana"/>
                <a:cs typeface="Verdana"/>
              </a:rPr>
              <a:t>channels</a:t>
            </a:r>
            <a:r>
              <a:rPr dirty="0" sz="2750" spc="-114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43652" y="3527031"/>
            <a:ext cx="83566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80">
                <a:solidFill>
                  <a:srgbClr val="004AAC"/>
                </a:solidFill>
                <a:latin typeface="Verdana"/>
                <a:cs typeface="Verdana"/>
              </a:rPr>
              <a:t>From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9326" y="3908216"/>
            <a:ext cx="746569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532380" algn="l"/>
                <a:tab pos="4490085" algn="l"/>
                <a:tab pos="5295265" algn="l"/>
              </a:tabLst>
            </a:pPr>
            <a:r>
              <a:rPr dirty="0" sz="2600" spc="-170">
                <a:solidFill>
                  <a:srgbClr val="004AAC"/>
                </a:solidFill>
                <a:latin typeface="Verdana"/>
                <a:cs typeface="Verdana"/>
              </a:rPr>
              <a:t>copper</a:t>
            </a:r>
            <a:r>
              <a:rPr dirty="0" sz="2750" spc="-17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based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hardware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600" spc="-25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600" spc="-105">
                <a:solidFill>
                  <a:srgbClr val="004AAC"/>
                </a:solidFill>
                <a:latin typeface="Verdana"/>
                <a:cs typeface="Verdana"/>
              </a:rPr>
              <a:t>contemporary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26238" y="3927081"/>
            <a:ext cx="133350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20">
                <a:solidFill>
                  <a:srgbClr val="004AAC"/>
                </a:solidFill>
                <a:latin typeface="Verdana"/>
                <a:cs typeface="Verdana"/>
              </a:rPr>
              <a:t>wireless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2779" y="3927081"/>
            <a:ext cx="1945005" cy="827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traditional</a:t>
            </a:r>
            <a:endParaRPr sz="2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2600" spc="-50">
                <a:solidFill>
                  <a:srgbClr val="004AAC"/>
                </a:solidFill>
                <a:latin typeface="Verdana"/>
                <a:cs typeface="Verdana"/>
              </a:rPr>
              <a:t>connectivity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8500" y="4308265"/>
            <a:ext cx="323659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14">
                <a:solidFill>
                  <a:srgbClr val="004AAC"/>
                </a:solidFill>
                <a:latin typeface="Verdana"/>
                <a:cs typeface="Verdana"/>
              </a:rPr>
              <a:t>systems</a:t>
            </a:r>
            <a:r>
              <a:rPr dirty="0" sz="2750" spc="-114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r>
              <a:rPr dirty="0" sz="2750" spc="1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25">
                <a:solidFill>
                  <a:srgbClr val="004AAC"/>
                </a:solidFill>
                <a:latin typeface="Verdana"/>
                <a:cs typeface="Verdana"/>
              </a:rPr>
              <a:t>these</a:t>
            </a:r>
            <a:r>
              <a:rPr dirty="0" sz="2600" spc="2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20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6459" y="4327131"/>
            <a:ext cx="5892165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60">
                <a:solidFill>
                  <a:srgbClr val="004AAC"/>
                </a:solidFill>
                <a:latin typeface="Verdana"/>
                <a:cs typeface="Verdana"/>
              </a:rPr>
              <a:t>streams</a:t>
            </a:r>
            <a:r>
              <a:rPr dirty="0" sz="2600" spc="3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now</a:t>
            </a:r>
            <a:r>
              <a:rPr dirty="0" sz="2600" spc="1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travel</a:t>
            </a:r>
            <a:r>
              <a:rPr dirty="0" sz="2600" spc="3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across</a:t>
            </a:r>
            <a:r>
              <a:rPr dirty="0" sz="2600" spc="3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a</a:t>
            </a:r>
            <a:r>
              <a:rPr dirty="0" sz="2600" spc="2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35">
                <a:solidFill>
                  <a:srgbClr val="004AAC"/>
                </a:solidFill>
                <a:latin typeface="Verdana"/>
                <a:cs typeface="Verdana"/>
              </a:rPr>
              <a:t>global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2779" y="4727181"/>
            <a:ext cx="379476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71014" algn="l"/>
                <a:tab pos="3484879" algn="l"/>
              </a:tabLst>
            </a:pP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wireless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600" spc="-10">
                <a:solidFill>
                  <a:srgbClr val="004AAC"/>
                </a:solidFill>
                <a:latin typeface="Verdana"/>
                <a:cs typeface="Verdana"/>
              </a:rPr>
              <a:t>network</a:t>
            </a:r>
            <a:r>
              <a:rPr dirty="0" sz="260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600" spc="-105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71041" y="4727181"/>
            <a:ext cx="108204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90">
                <a:solidFill>
                  <a:srgbClr val="004AAC"/>
                </a:solidFill>
                <a:latin typeface="Verdana"/>
                <a:cs typeface="Verdana"/>
              </a:rPr>
              <a:t>ensure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76799" y="4727181"/>
            <a:ext cx="113792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70">
                <a:solidFill>
                  <a:srgbClr val="004AAC"/>
                </a:solidFill>
                <a:latin typeface="Verdana"/>
                <a:cs typeface="Verdana"/>
              </a:rPr>
              <a:t>precise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38622" y="4727181"/>
            <a:ext cx="2409190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90">
                <a:solidFill>
                  <a:srgbClr val="004AAC"/>
                </a:solidFill>
                <a:latin typeface="Verdana"/>
                <a:cs typeface="Verdana"/>
              </a:rPr>
              <a:t>communication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61306" y="4727181"/>
            <a:ext cx="1310005" cy="42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30">
                <a:solidFill>
                  <a:srgbClr val="004AAC"/>
                </a:solidFill>
                <a:latin typeface="Verdana"/>
                <a:cs typeface="Verdana"/>
              </a:rPr>
              <a:t>between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2779" y="5108365"/>
            <a:ext cx="3695065" cy="4495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75">
                <a:solidFill>
                  <a:srgbClr val="004AAC"/>
                </a:solidFill>
                <a:latin typeface="Verdana"/>
                <a:cs typeface="Verdana"/>
              </a:rPr>
              <a:t>interconnected</a:t>
            </a:r>
            <a:r>
              <a:rPr dirty="0" sz="2600" spc="-1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00" spc="-114">
                <a:solidFill>
                  <a:srgbClr val="004AAC"/>
                </a:solidFill>
                <a:latin typeface="Verdana"/>
                <a:cs typeface="Verdana"/>
              </a:rPr>
              <a:t>devices</a:t>
            </a:r>
            <a:r>
              <a:rPr dirty="0" sz="2750" spc="-114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5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65479" y="3258736"/>
            <a:ext cx="15414625" cy="5829300"/>
            <a:chOff x="1365479" y="3258736"/>
            <a:chExt cx="15414625" cy="582930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5479" y="5525584"/>
              <a:ext cx="10639424" cy="35623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46087" y="3258736"/>
              <a:ext cx="2733674" cy="3248024"/>
            </a:xfrm>
            <a:prstGeom prst="rect">
              <a:avLst/>
            </a:prstGeom>
          </p:spPr>
        </p:pic>
      </p:grp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1504842" y="1446728"/>
            <a:ext cx="11024235" cy="10515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35"/>
              <a:t>D</a:t>
            </a:r>
            <a:r>
              <a:rPr dirty="0" spc="-229"/>
              <a:t>IGI</a:t>
            </a:r>
            <a:r>
              <a:rPr dirty="0" spc="-825"/>
              <a:t>T</a:t>
            </a:r>
            <a:r>
              <a:rPr dirty="0" spc="-210"/>
              <a:t>A</a:t>
            </a:r>
            <a:r>
              <a:rPr dirty="0" spc="190"/>
              <a:t>L</a:t>
            </a:r>
            <a:r>
              <a:rPr dirty="0" spc="-1465"/>
              <a:t> </a:t>
            </a:r>
            <a:r>
              <a:rPr dirty="0" spc="-320"/>
              <a:t>D</a:t>
            </a:r>
            <a:r>
              <a:rPr dirty="0" spc="-665"/>
              <a:t>A</a:t>
            </a:r>
            <a:r>
              <a:rPr dirty="0" spc="-815"/>
              <a:t>T</a:t>
            </a:r>
            <a:r>
              <a:rPr dirty="0" spc="200"/>
              <a:t>A</a:t>
            </a:r>
            <a:r>
              <a:rPr dirty="0" spc="-1470"/>
              <a:t> </a:t>
            </a:r>
            <a:r>
              <a:rPr dirty="0" spc="-90"/>
              <a:t>T</a:t>
            </a:r>
            <a:r>
              <a:rPr dirty="0" spc="-100"/>
              <a:t>R</a:t>
            </a:r>
            <a:r>
              <a:rPr dirty="0" spc="-25"/>
              <a:t>A</a:t>
            </a:r>
            <a:r>
              <a:rPr dirty="0" spc="-35"/>
              <a:t>N</a:t>
            </a:r>
            <a:r>
              <a:rPr dirty="0"/>
              <a:t>S</a:t>
            </a:r>
            <a:r>
              <a:rPr dirty="0" spc="-10"/>
              <a:t>M</a:t>
            </a:r>
            <a:r>
              <a:rPr dirty="0" spc="-45"/>
              <a:t>I</a:t>
            </a:r>
            <a:r>
              <a:rPr dirty="0" spc="-125"/>
              <a:t>S</a:t>
            </a:r>
            <a:r>
              <a:rPr dirty="0"/>
              <a:t>S</a:t>
            </a:r>
            <a:r>
              <a:rPr dirty="0" spc="-45"/>
              <a:t>I</a:t>
            </a:r>
            <a:r>
              <a:rPr dirty="0" spc="-75"/>
              <a:t>O</a:t>
            </a:r>
            <a:r>
              <a:rPr dirty="0" spc="375"/>
              <a:t>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2500" y="1113625"/>
            <a:ext cx="16315055" cy="8382000"/>
            <a:chOff x="952500" y="1113625"/>
            <a:chExt cx="16315055" cy="8382000"/>
          </a:xfrm>
        </p:grpSpPr>
        <p:sp>
          <p:nvSpPr>
            <p:cNvPr id="3" name="object 3"/>
            <p:cNvSpPr/>
            <p:nvPr/>
          </p:nvSpPr>
          <p:spPr>
            <a:xfrm>
              <a:off x="1028700" y="1189825"/>
              <a:ext cx="16162019" cy="8229600"/>
            </a:xfrm>
            <a:custGeom>
              <a:avLst/>
              <a:gdLst/>
              <a:ahLst/>
              <a:cxnLst/>
              <a:rect l="l" t="t" r="r" b="b"/>
              <a:pathLst>
                <a:path w="16162019" h="8229600">
                  <a:moveTo>
                    <a:pt x="0" y="0"/>
                  </a:moveTo>
                  <a:lnTo>
                    <a:pt x="16161989" y="0"/>
                  </a:lnTo>
                  <a:lnTo>
                    <a:pt x="16161989" y="8229560"/>
                  </a:lnTo>
                  <a:lnTo>
                    <a:pt x="0" y="8229560"/>
                  </a:lnTo>
                  <a:lnTo>
                    <a:pt x="0" y="0"/>
                  </a:lnTo>
                  <a:close/>
                </a:path>
              </a:pathLst>
            </a:custGeom>
            <a:ln w="1523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278076" y="2719257"/>
              <a:ext cx="4912995" cy="6670040"/>
            </a:xfrm>
            <a:custGeom>
              <a:avLst/>
              <a:gdLst/>
              <a:ahLst/>
              <a:cxnLst/>
              <a:rect l="l" t="t" r="r" b="b"/>
              <a:pathLst>
                <a:path w="4912994" h="6670040">
                  <a:moveTo>
                    <a:pt x="0" y="0"/>
                  </a:moveTo>
                  <a:lnTo>
                    <a:pt x="4912662" y="0"/>
                  </a:lnTo>
                  <a:lnTo>
                    <a:pt x="4912662" y="6669983"/>
                  </a:lnTo>
                  <a:lnTo>
                    <a:pt x="0" y="6669983"/>
                  </a:lnTo>
                  <a:lnTo>
                    <a:pt x="0" y="0"/>
                  </a:lnTo>
                  <a:close/>
                </a:path>
              </a:pathLst>
            </a:custGeom>
            <a:ln w="152400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39799" y="2719882"/>
              <a:ext cx="15951200" cy="6668770"/>
            </a:xfrm>
            <a:custGeom>
              <a:avLst/>
              <a:gdLst/>
              <a:ahLst/>
              <a:cxnLst/>
              <a:rect l="l" t="t" r="r" b="b"/>
              <a:pathLst>
                <a:path w="15951200" h="6668770">
                  <a:moveTo>
                    <a:pt x="7478535" y="418528"/>
                  </a:moveTo>
                  <a:lnTo>
                    <a:pt x="771525" y="418528"/>
                  </a:lnTo>
                  <a:lnTo>
                    <a:pt x="0" y="1194079"/>
                  </a:lnTo>
                  <a:lnTo>
                    <a:pt x="6707010" y="1194079"/>
                  </a:lnTo>
                  <a:lnTo>
                    <a:pt x="7478535" y="418528"/>
                  </a:lnTo>
                  <a:close/>
                </a:path>
                <a:path w="15951200" h="6668770">
                  <a:moveTo>
                    <a:pt x="13583425" y="6621754"/>
                  </a:moveTo>
                  <a:lnTo>
                    <a:pt x="13244551" y="6621754"/>
                  </a:lnTo>
                  <a:lnTo>
                    <a:pt x="13178104" y="6555308"/>
                  </a:lnTo>
                  <a:lnTo>
                    <a:pt x="13178104" y="6621754"/>
                  </a:lnTo>
                  <a:lnTo>
                    <a:pt x="13019977" y="6621754"/>
                  </a:lnTo>
                  <a:lnTo>
                    <a:pt x="12953530" y="6555308"/>
                  </a:lnTo>
                  <a:lnTo>
                    <a:pt x="12953530" y="6621754"/>
                  </a:lnTo>
                  <a:lnTo>
                    <a:pt x="12728435" y="6621754"/>
                  </a:lnTo>
                  <a:lnTo>
                    <a:pt x="12661976" y="6555308"/>
                  </a:lnTo>
                  <a:lnTo>
                    <a:pt x="12661976" y="6621754"/>
                  </a:lnTo>
                  <a:lnTo>
                    <a:pt x="11583454" y="6621754"/>
                  </a:lnTo>
                  <a:lnTo>
                    <a:pt x="11517008" y="6555308"/>
                  </a:lnTo>
                  <a:lnTo>
                    <a:pt x="11517008" y="6621754"/>
                  </a:lnTo>
                  <a:lnTo>
                    <a:pt x="11178362" y="6621754"/>
                  </a:lnTo>
                  <a:lnTo>
                    <a:pt x="11178362" y="6143447"/>
                  </a:lnTo>
                  <a:lnTo>
                    <a:pt x="11396053" y="6361138"/>
                  </a:lnTo>
                  <a:lnTo>
                    <a:pt x="11396053" y="6500812"/>
                  </a:lnTo>
                  <a:lnTo>
                    <a:pt x="11517008" y="6621754"/>
                  </a:lnTo>
                  <a:lnTo>
                    <a:pt x="11517008" y="6555308"/>
                  </a:lnTo>
                  <a:lnTo>
                    <a:pt x="11443043" y="6481343"/>
                  </a:lnTo>
                  <a:lnTo>
                    <a:pt x="11443043" y="6341681"/>
                  </a:lnTo>
                  <a:lnTo>
                    <a:pt x="11178362" y="6077001"/>
                  </a:lnTo>
                  <a:lnTo>
                    <a:pt x="11178362" y="5934202"/>
                  </a:lnTo>
                  <a:lnTo>
                    <a:pt x="11181690" y="5930874"/>
                  </a:lnTo>
                  <a:lnTo>
                    <a:pt x="11761330" y="6510528"/>
                  </a:lnTo>
                  <a:lnTo>
                    <a:pt x="12550737" y="6510528"/>
                  </a:lnTo>
                  <a:lnTo>
                    <a:pt x="12661976" y="6621754"/>
                  </a:lnTo>
                  <a:lnTo>
                    <a:pt x="12661976" y="6555308"/>
                  </a:lnTo>
                  <a:lnTo>
                    <a:pt x="12570206" y="6463538"/>
                  </a:lnTo>
                  <a:lnTo>
                    <a:pt x="11780799" y="6463538"/>
                  </a:lnTo>
                  <a:lnTo>
                    <a:pt x="11214913" y="5897651"/>
                  </a:lnTo>
                  <a:lnTo>
                    <a:pt x="11300930" y="5811634"/>
                  </a:lnTo>
                  <a:lnTo>
                    <a:pt x="11300930" y="5726506"/>
                  </a:lnTo>
                  <a:lnTo>
                    <a:pt x="11465077" y="5890653"/>
                  </a:lnTo>
                  <a:lnTo>
                    <a:pt x="11531524" y="5957100"/>
                  </a:lnTo>
                  <a:lnTo>
                    <a:pt x="11531524" y="6020143"/>
                  </a:lnTo>
                  <a:lnTo>
                    <a:pt x="11866829" y="6355435"/>
                  </a:lnTo>
                  <a:lnTo>
                    <a:pt x="12790450" y="6355435"/>
                  </a:lnTo>
                  <a:lnTo>
                    <a:pt x="12790450" y="6458674"/>
                  </a:lnTo>
                  <a:lnTo>
                    <a:pt x="12953530" y="6621754"/>
                  </a:lnTo>
                  <a:lnTo>
                    <a:pt x="12953530" y="6555308"/>
                  </a:lnTo>
                  <a:lnTo>
                    <a:pt x="12837427" y="6439205"/>
                  </a:lnTo>
                  <a:lnTo>
                    <a:pt x="12837427" y="6355435"/>
                  </a:lnTo>
                  <a:lnTo>
                    <a:pt x="12911773" y="6355435"/>
                  </a:lnTo>
                  <a:lnTo>
                    <a:pt x="13178104" y="6621754"/>
                  </a:lnTo>
                  <a:lnTo>
                    <a:pt x="13178104" y="6555308"/>
                  </a:lnTo>
                  <a:lnTo>
                    <a:pt x="12931254" y="6308445"/>
                  </a:lnTo>
                  <a:lnTo>
                    <a:pt x="11886298" y="6308445"/>
                  </a:lnTo>
                  <a:lnTo>
                    <a:pt x="11578514" y="6000674"/>
                  </a:lnTo>
                  <a:lnTo>
                    <a:pt x="11578514" y="5025555"/>
                  </a:lnTo>
                  <a:lnTo>
                    <a:pt x="11531537" y="4978578"/>
                  </a:lnTo>
                  <a:lnTo>
                    <a:pt x="11531537" y="5045011"/>
                  </a:lnTo>
                  <a:lnTo>
                    <a:pt x="11531537" y="5665813"/>
                  </a:lnTo>
                  <a:lnTo>
                    <a:pt x="11531537" y="5732259"/>
                  </a:lnTo>
                  <a:lnTo>
                    <a:pt x="11531537" y="5890653"/>
                  </a:lnTo>
                  <a:lnTo>
                    <a:pt x="11300930" y="5660047"/>
                  </a:lnTo>
                  <a:lnTo>
                    <a:pt x="11300930" y="5184914"/>
                  </a:lnTo>
                  <a:lnTo>
                    <a:pt x="11405083" y="5289067"/>
                  </a:lnTo>
                  <a:lnTo>
                    <a:pt x="11405083" y="5605805"/>
                  </a:lnTo>
                  <a:lnTo>
                    <a:pt x="11465103" y="5665813"/>
                  </a:lnTo>
                  <a:lnTo>
                    <a:pt x="11531537" y="5732259"/>
                  </a:lnTo>
                  <a:lnTo>
                    <a:pt x="11531537" y="5665813"/>
                  </a:lnTo>
                  <a:lnTo>
                    <a:pt x="11452060" y="5586336"/>
                  </a:lnTo>
                  <a:lnTo>
                    <a:pt x="11452060" y="5269598"/>
                  </a:lnTo>
                  <a:lnTo>
                    <a:pt x="11300930" y="5118468"/>
                  </a:lnTo>
                  <a:lnTo>
                    <a:pt x="11300930" y="5034204"/>
                  </a:lnTo>
                  <a:lnTo>
                    <a:pt x="11085386" y="4823117"/>
                  </a:lnTo>
                  <a:lnTo>
                    <a:pt x="11085386" y="4598873"/>
                  </a:lnTo>
                  <a:lnTo>
                    <a:pt x="11531537" y="5045011"/>
                  </a:lnTo>
                  <a:lnTo>
                    <a:pt x="11531537" y="4978578"/>
                  </a:lnTo>
                  <a:lnTo>
                    <a:pt x="11085386" y="4532427"/>
                  </a:lnTo>
                  <a:lnTo>
                    <a:pt x="11085386" y="3982694"/>
                  </a:lnTo>
                  <a:lnTo>
                    <a:pt x="11038396" y="3982694"/>
                  </a:lnTo>
                  <a:lnTo>
                    <a:pt x="11038396" y="6668744"/>
                  </a:lnTo>
                  <a:lnTo>
                    <a:pt x="13583425" y="6668744"/>
                  </a:lnTo>
                  <a:lnTo>
                    <a:pt x="13583425" y="6621754"/>
                  </a:lnTo>
                  <a:close/>
                </a:path>
                <a:path w="15951200" h="6668770">
                  <a:moveTo>
                    <a:pt x="15950819" y="0"/>
                  </a:moveTo>
                  <a:lnTo>
                    <a:pt x="15903817" y="0"/>
                  </a:lnTo>
                  <a:lnTo>
                    <a:pt x="15903817" y="1845627"/>
                  </a:lnTo>
                  <a:lnTo>
                    <a:pt x="15903817" y="2069884"/>
                  </a:lnTo>
                  <a:lnTo>
                    <a:pt x="15457678" y="1623733"/>
                  </a:lnTo>
                  <a:lnTo>
                    <a:pt x="15457678" y="1002931"/>
                  </a:lnTo>
                  <a:lnTo>
                    <a:pt x="15537142" y="1082408"/>
                  </a:lnTo>
                  <a:lnTo>
                    <a:pt x="15537142" y="1399146"/>
                  </a:lnTo>
                  <a:lnTo>
                    <a:pt x="15688285" y="1550276"/>
                  </a:lnTo>
                  <a:lnTo>
                    <a:pt x="15688285" y="1634553"/>
                  </a:lnTo>
                  <a:lnTo>
                    <a:pt x="15903817" y="1845627"/>
                  </a:lnTo>
                  <a:lnTo>
                    <a:pt x="15903817" y="0"/>
                  </a:lnTo>
                  <a:lnTo>
                    <a:pt x="15810853" y="0"/>
                  </a:lnTo>
                  <a:lnTo>
                    <a:pt x="15810853" y="46990"/>
                  </a:lnTo>
                  <a:lnTo>
                    <a:pt x="15810853" y="525310"/>
                  </a:lnTo>
                  <a:lnTo>
                    <a:pt x="15810853" y="591756"/>
                  </a:lnTo>
                  <a:lnTo>
                    <a:pt x="15810853" y="734542"/>
                  </a:lnTo>
                  <a:lnTo>
                    <a:pt x="15807525" y="737870"/>
                  </a:lnTo>
                  <a:lnTo>
                    <a:pt x="15774302" y="704646"/>
                  </a:lnTo>
                  <a:lnTo>
                    <a:pt x="15774302" y="771093"/>
                  </a:lnTo>
                  <a:lnTo>
                    <a:pt x="15688285" y="857110"/>
                  </a:lnTo>
                  <a:lnTo>
                    <a:pt x="15688285" y="942251"/>
                  </a:lnTo>
                  <a:lnTo>
                    <a:pt x="15688272" y="1008697"/>
                  </a:lnTo>
                  <a:lnTo>
                    <a:pt x="15688272" y="1483829"/>
                  </a:lnTo>
                  <a:lnTo>
                    <a:pt x="15584132" y="1379689"/>
                  </a:lnTo>
                  <a:lnTo>
                    <a:pt x="15584132" y="1062951"/>
                  </a:lnTo>
                  <a:lnTo>
                    <a:pt x="15524112" y="1002931"/>
                  </a:lnTo>
                  <a:lnTo>
                    <a:pt x="15457678" y="936498"/>
                  </a:lnTo>
                  <a:lnTo>
                    <a:pt x="15457678" y="778103"/>
                  </a:lnTo>
                  <a:lnTo>
                    <a:pt x="15688272" y="1008697"/>
                  </a:lnTo>
                  <a:lnTo>
                    <a:pt x="15688272" y="942238"/>
                  </a:lnTo>
                  <a:lnTo>
                    <a:pt x="15524137" y="778103"/>
                  </a:lnTo>
                  <a:lnTo>
                    <a:pt x="15457678" y="711644"/>
                  </a:lnTo>
                  <a:lnTo>
                    <a:pt x="15457678" y="648601"/>
                  </a:lnTo>
                  <a:lnTo>
                    <a:pt x="15122386" y="313309"/>
                  </a:lnTo>
                  <a:lnTo>
                    <a:pt x="14198765" y="313309"/>
                  </a:lnTo>
                  <a:lnTo>
                    <a:pt x="14198765" y="210083"/>
                  </a:lnTo>
                  <a:lnTo>
                    <a:pt x="14151775" y="163093"/>
                  </a:lnTo>
                  <a:lnTo>
                    <a:pt x="14151775" y="229539"/>
                  </a:lnTo>
                  <a:lnTo>
                    <a:pt x="14151775" y="313309"/>
                  </a:lnTo>
                  <a:lnTo>
                    <a:pt x="14077429" y="313309"/>
                  </a:lnTo>
                  <a:lnTo>
                    <a:pt x="13811098" y="46990"/>
                  </a:lnTo>
                  <a:lnTo>
                    <a:pt x="13969225" y="46990"/>
                  </a:lnTo>
                  <a:lnTo>
                    <a:pt x="14151775" y="229539"/>
                  </a:lnTo>
                  <a:lnTo>
                    <a:pt x="14151775" y="163093"/>
                  </a:lnTo>
                  <a:lnTo>
                    <a:pt x="14035672" y="46990"/>
                  </a:lnTo>
                  <a:lnTo>
                    <a:pt x="14260779" y="46990"/>
                  </a:lnTo>
                  <a:lnTo>
                    <a:pt x="14418996" y="205219"/>
                  </a:lnTo>
                  <a:lnTo>
                    <a:pt x="15208415" y="205219"/>
                  </a:lnTo>
                  <a:lnTo>
                    <a:pt x="15774302" y="771093"/>
                  </a:lnTo>
                  <a:lnTo>
                    <a:pt x="15774302" y="704646"/>
                  </a:lnTo>
                  <a:lnTo>
                    <a:pt x="15227884" y="158229"/>
                  </a:lnTo>
                  <a:lnTo>
                    <a:pt x="14438478" y="158229"/>
                  </a:lnTo>
                  <a:lnTo>
                    <a:pt x="14327226" y="46990"/>
                  </a:lnTo>
                  <a:lnTo>
                    <a:pt x="15405761" y="46990"/>
                  </a:lnTo>
                  <a:lnTo>
                    <a:pt x="15546172" y="187401"/>
                  </a:lnTo>
                  <a:lnTo>
                    <a:pt x="15546172" y="327063"/>
                  </a:lnTo>
                  <a:lnTo>
                    <a:pt x="15810853" y="591756"/>
                  </a:lnTo>
                  <a:lnTo>
                    <a:pt x="15810853" y="525310"/>
                  </a:lnTo>
                  <a:lnTo>
                    <a:pt x="15593149" y="307606"/>
                  </a:lnTo>
                  <a:lnTo>
                    <a:pt x="15593149" y="167944"/>
                  </a:lnTo>
                  <a:lnTo>
                    <a:pt x="15472207" y="46990"/>
                  </a:lnTo>
                  <a:lnTo>
                    <a:pt x="15810853" y="46990"/>
                  </a:lnTo>
                  <a:lnTo>
                    <a:pt x="15810853" y="0"/>
                  </a:lnTo>
                  <a:lnTo>
                    <a:pt x="13405790" y="0"/>
                  </a:lnTo>
                  <a:lnTo>
                    <a:pt x="13405790" y="46990"/>
                  </a:lnTo>
                  <a:lnTo>
                    <a:pt x="13744651" y="46990"/>
                  </a:lnTo>
                  <a:lnTo>
                    <a:pt x="14057960" y="360299"/>
                  </a:lnTo>
                  <a:lnTo>
                    <a:pt x="15102916" y="360299"/>
                  </a:lnTo>
                  <a:lnTo>
                    <a:pt x="15410701" y="668070"/>
                  </a:lnTo>
                  <a:lnTo>
                    <a:pt x="15410701" y="1643202"/>
                  </a:lnTo>
                  <a:lnTo>
                    <a:pt x="15903829" y="2136317"/>
                  </a:lnTo>
                  <a:lnTo>
                    <a:pt x="15903829" y="2686050"/>
                  </a:lnTo>
                  <a:lnTo>
                    <a:pt x="15950819" y="2686050"/>
                  </a:lnTo>
                  <a:lnTo>
                    <a:pt x="15950819" y="2069884"/>
                  </a:lnTo>
                  <a:lnTo>
                    <a:pt x="15950819" y="1483829"/>
                  </a:lnTo>
                  <a:lnTo>
                    <a:pt x="15950819" y="942251"/>
                  </a:lnTo>
                  <a:lnTo>
                    <a:pt x="15950819" y="737870"/>
                  </a:lnTo>
                  <a:lnTo>
                    <a:pt x="15950819" y="525310"/>
                  </a:lnTo>
                  <a:lnTo>
                    <a:pt x="15950819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954721" y="3300398"/>
            <a:ext cx="604901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spc="-120">
                <a:solidFill>
                  <a:srgbClr val="FEFEFE"/>
                </a:solidFill>
                <a:latin typeface="Verdana"/>
                <a:cs typeface="Verdana"/>
              </a:rPr>
              <a:t>Transmission</a:t>
            </a:r>
            <a:r>
              <a:rPr dirty="0" sz="2600" spc="-17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10">
                <a:solidFill>
                  <a:srgbClr val="FEFEFE"/>
                </a:solidFill>
                <a:latin typeface="Verdana"/>
                <a:cs typeface="Verdana"/>
              </a:rPr>
              <a:t>errors</a:t>
            </a:r>
            <a:r>
              <a:rPr dirty="0" sz="2600" spc="-17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30">
                <a:solidFill>
                  <a:srgbClr val="FEFEFE"/>
                </a:solidFill>
                <a:latin typeface="Verdana"/>
                <a:cs typeface="Verdana"/>
              </a:rPr>
              <a:t>and</a:t>
            </a:r>
            <a:r>
              <a:rPr dirty="0" sz="2600" spc="-17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95">
                <a:solidFill>
                  <a:srgbClr val="FEFEFE"/>
                </a:solidFill>
                <a:latin typeface="Verdana"/>
                <a:cs typeface="Verdana"/>
              </a:rPr>
              <a:t>ways</a:t>
            </a:r>
            <a:r>
              <a:rPr dirty="0" sz="2600" spc="-17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40">
                <a:solidFill>
                  <a:srgbClr val="FEFEFE"/>
                </a:solidFill>
                <a:latin typeface="Verdana"/>
                <a:cs typeface="Verdana"/>
              </a:rPr>
              <a:t>to</a:t>
            </a:r>
            <a:r>
              <a:rPr dirty="0" sz="2600" spc="-17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35">
                <a:solidFill>
                  <a:srgbClr val="FEFEFE"/>
                </a:solidFill>
                <a:latin typeface="Verdana"/>
                <a:cs typeface="Verdana"/>
              </a:rPr>
              <a:t>detect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28555" y="2719241"/>
            <a:ext cx="16116935" cy="5471795"/>
            <a:chOff x="1028555" y="2719241"/>
            <a:chExt cx="16116935" cy="5471795"/>
          </a:xfrm>
        </p:grpSpPr>
        <p:sp>
          <p:nvSpPr>
            <p:cNvPr id="8" name="object 8"/>
            <p:cNvSpPr/>
            <p:nvPr/>
          </p:nvSpPr>
          <p:spPr>
            <a:xfrm>
              <a:off x="1028555" y="2757341"/>
              <a:ext cx="11837670" cy="0"/>
            </a:xfrm>
            <a:custGeom>
              <a:avLst/>
              <a:gdLst/>
              <a:ahLst/>
              <a:cxnLst/>
              <a:rect l="l" t="t" r="r" b="b"/>
              <a:pathLst>
                <a:path w="11837670" h="0">
                  <a:moveTo>
                    <a:pt x="11837486" y="0"/>
                  </a:moveTo>
                  <a:lnTo>
                    <a:pt x="0" y="0"/>
                  </a:lnTo>
                </a:path>
              </a:pathLst>
            </a:custGeom>
            <a:ln w="761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25776" y="3913954"/>
              <a:ext cx="4819649" cy="4276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420" y="4318959"/>
              <a:ext cx="117475" cy="1365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83356" y="4318959"/>
              <a:ext cx="117475" cy="1365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9137" y="4690434"/>
              <a:ext cx="117475" cy="1365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5787" y="4690434"/>
              <a:ext cx="117475" cy="1365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17302" y="4690434"/>
              <a:ext cx="117475" cy="1365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58063" y="4690434"/>
              <a:ext cx="117475" cy="1365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7911" y="5061909"/>
              <a:ext cx="117475" cy="1365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2598" y="5061909"/>
              <a:ext cx="117475" cy="1365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3855" y="5962465"/>
              <a:ext cx="149225" cy="222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35766" y="6867340"/>
              <a:ext cx="127000" cy="1460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7503" y="6867340"/>
              <a:ext cx="127000" cy="1460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5075" y="7718240"/>
              <a:ext cx="66675" cy="666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35075" y="8118290"/>
              <a:ext cx="66675" cy="66674"/>
            </a:xfrm>
            <a:prstGeom prst="rect">
              <a:avLst/>
            </a:prstGeom>
          </p:spPr>
        </p:pic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3188189" y="1455863"/>
            <a:ext cx="12531725" cy="10515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0"/>
              <a:t>ERRORS</a:t>
            </a:r>
            <a:r>
              <a:rPr dirty="0" spc="-409"/>
              <a:t> </a:t>
            </a:r>
            <a:r>
              <a:rPr dirty="0"/>
              <a:t>IN</a:t>
            </a:r>
            <a:r>
              <a:rPr dirty="0" spc="-405"/>
              <a:t> </a:t>
            </a:r>
            <a:r>
              <a:rPr dirty="0" spc="-320"/>
              <a:t>D</a:t>
            </a:r>
            <a:r>
              <a:rPr dirty="0" spc="-665"/>
              <a:t>A</a:t>
            </a:r>
            <a:r>
              <a:rPr dirty="0" spc="-815"/>
              <a:t>T</a:t>
            </a:r>
            <a:r>
              <a:rPr dirty="0" spc="200"/>
              <a:t>A</a:t>
            </a:r>
            <a:r>
              <a:rPr dirty="0" spc="-409"/>
              <a:t> </a:t>
            </a:r>
            <a:r>
              <a:rPr dirty="0" spc="-90"/>
              <a:t>T</a:t>
            </a:r>
            <a:r>
              <a:rPr dirty="0" spc="-100"/>
              <a:t>R</a:t>
            </a:r>
            <a:r>
              <a:rPr dirty="0" spc="-25"/>
              <a:t>A</a:t>
            </a:r>
            <a:r>
              <a:rPr dirty="0" spc="-35"/>
              <a:t>N</a:t>
            </a:r>
            <a:r>
              <a:rPr dirty="0"/>
              <a:t>S</a:t>
            </a:r>
            <a:r>
              <a:rPr dirty="0" spc="-10"/>
              <a:t>M</a:t>
            </a:r>
            <a:r>
              <a:rPr dirty="0" spc="-45"/>
              <a:t>I</a:t>
            </a:r>
            <a:r>
              <a:rPr dirty="0" spc="-125"/>
              <a:t>S</a:t>
            </a:r>
            <a:r>
              <a:rPr dirty="0"/>
              <a:t>S</a:t>
            </a:r>
            <a:r>
              <a:rPr dirty="0" spc="-45"/>
              <a:t>I</a:t>
            </a:r>
            <a:r>
              <a:rPr dirty="0" spc="-75"/>
              <a:t>O</a:t>
            </a:r>
            <a:r>
              <a:rPr dirty="0" spc="375"/>
              <a:t>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27100" y="4125659"/>
            <a:ext cx="10932160" cy="45593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16100"/>
              </a:lnSpc>
              <a:spcBef>
                <a:spcPts val="90"/>
              </a:spcBef>
            </a:pP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Transmission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60">
                <a:solidFill>
                  <a:srgbClr val="004AAC"/>
                </a:solidFill>
                <a:latin typeface="Tahoma"/>
                <a:cs typeface="Tahoma"/>
              </a:rPr>
              <a:t>error</a:t>
            </a:r>
            <a:r>
              <a:rPr dirty="0" sz="2100" spc="409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004AAC"/>
                </a:solidFill>
                <a:latin typeface="Tahoma"/>
                <a:cs typeface="Tahoma"/>
              </a:rPr>
              <a:t>refers</a:t>
            </a:r>
            <a:r>
              <a:rPr dirty="0" sz="2100" spc="409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004AAC"/>
                </a:solidFill>
                <a:latin typeface="Tahoma"/>
                <a:cs typeface="Tahoma"/>
              </a:rPr>
              <a:t>to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004AAC"/>
                </a:solidFill>
                <a:latin typeface="Tahoma"/>
                <a:cs typeface="Tahoma"/>
              </a:rPr>
              <a:t>the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loss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135">
                <a:solidFill>
                  <a:srgbClr val="004AAC"/>
                </a:solidFill>
                <a:latin typeface="Tahoma"/>
                <a:cs typeface="Tahoma"/>
              </a:rPr>
              <a:t>of</a:t>
            </a:r>
            <a:r>
              <a:rPr dirty="0" sz="2100" spc="409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004AAC"/>
                </a:solidFill>
                <a:latin typeface="Tahoma"/>
                <a:cs typeface="Tahoma"/>
              </a:rPr>
              <a:t>data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50">
                <a:solidFill>
                  <a:srgbClr val="004AAC"/>
                </a:solidFill>
                <a:latin typeface="Tahoma"/>
                <a:cs typeface="Tahoma"/>
              </a:rPr>
              <a:t>integrity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d</a:t>
            </a:r>
            <a:r>
              <a:rPr dirty="0" sz="2100" spc="4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ring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004AAC"/>
                </a:solidFill>
                <a:latin typeface="Tahoma"/>
                <a:cs typeface="Tahoma"/>
              </a:rPr>
              <a:t>data</a:t>
            </a:r>
            <a:r>
              <a:rPr dirty="0" sz="2100" spc="409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transit,</a:t>
            </a:r>
            <a:r>
              <a:rPr dirty="0" sz="2100" spc="409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004AAC"/>
                </a:solidFill>
                <a:latin typeface="Tahoma"/>
                <a:cs typeface="Tahoma"/>
              </a:rPr>
              <a:t>ca</a:t>
            </a:r>
            <a:r>
              <a:rPr dirty="0" sz="2100" spc="4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sed</a:t>
            </a:r>
            <a:r>
              <a:rPr dirty="0" sz="2100" spc="4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-25">
                <a:solidFill>
                  <a:srgbClr val="004AAC"/>
                </a:solidFill>
                <a:latin typeface="Tahoma"/>
                <a:cs typeface="Tahoma"/>
              </a:rPr>
              <a:t>by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hardware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185">
                <a:solidFill>
                  <a:srgbClr val="004AAC"/>
                </a:solidFill>
                <a:latin typeface="Tahoma"/>
                <a:cs typeface="Tahoma"/>
              </a:rPr>
              <a:t>fa</a:t>
            </a:r>
            <a:r>
              <a:rPr dirty="0" sz="2100" spc="4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004AAC"/>
                </a:solidFill>
                <a:latin typeface="Tahoma"/>
                <a:cs typeface="Tahoma"/>
              </a:rPr>
              <a:t>lts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or</a:t>
            </a:r>
            <a:r>
              <a:rPr dirty="0" sz="2100" spc="3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-30">
                <a:solidFill>
                  <a:srgbClr val="004AAC"/>
                </a:solidFill>
                <a:latin typeface="Tahoma"/>
                <a:cs typeface="Tahoma"/>
              </a:rPr>
              <a:t>noise.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75">
                <a:solidFill>
                  <a:srgbClr val="004AAC"/>
                </a:solidFill>
                <a:latin typeface="Tahoma"/>
                <a:cs typeface="Tahoma"/>
              </a:rPr>
              <a:t>Vario</a:t>
            </a:r>
            <a:r>
              <a:rPr dirty="0" sz="2100" spc="4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004AAC"/>
                </a:solidFill>
                <a:latin typeface="Tahoma"/>
                <a:cs typeface="Tahoma"/>
              </a:rPr>
              <a:t>s</a:t>
            </a:r>
            <a:r>
              <a:rPr dirty="0" sz="2100" spc="3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methods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like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004AAC"/>
                </a:solidFill>
                <a:latin typeface="Tahoma"/>
                <a:cs typeface="Tahoma"/>
              </a:rPr>
              <a:t>parity</a:t>
            </a:r>
            <a:r>
              <a:rPr dirty="0" sz="2100" spc="3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checking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and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checks</a:t>
            </a:r>
            <a:r>
              <a:rPr dirty="0" sz="2100" spc="4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ms</a:t>
            </a:r>
            <a:r>
              <a:rPr dirty="0" sz="2100" spc="3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004AAC"/>
                </a:solidFill>
                <a:latin typeface="Tahoma"/>
                <a:cs typeface="Tahoma"/>
              </a:rPr>
              <a:t>are</a:t>
            </a:r>
            <a:r>
              <a:rPr dirty="0" sz="2100" spc="235">
                <a:solidFill>
                  <a:srgbClr val="004AAC"/>
                </a:solidFill>
                <a:latin typeface="Tahoma"/>
                <a:cs typeface="Tahoma"/>
              </a:rPr>
              <a:t> 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sed</a:t>
            </a:r>
            <a:r>
              <a:rPr dirty="0" sz="2100" spc="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004AAC"/>
                </a:solidFill>
                <a:latin typeface="Tahoma"/>
                <a:cs typeface="Tahoma"/>
              </a:rPr>
              <a:t>to </a:t>
            </a:r>
            <a:r>
              <a:rPr dirty="0" sz="2100" spc="80">
                <a:solidFill>
                  <a:srgbClr val="004AAC"/>
                </a:solidFill>
                <a:latin typeface="Tahoma"/>
                <a:cs typeface="Tahoma"/>
              </a:rPr>
              <a:t>detect</a:t>
            </a:r>
            <a:r>
              <a:rPr dirty="0" sz="2100" spc="-8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004AAC"/>
                </a:solidFill>
                <a:latin typeface="Tahoma"/>
                <a:cs typeface="Tahoma"/>
              </a:rPr>
              <a:t>and</a:t>
            </a:r>
            <a:r>
              <a:rPr dirty="0" sz="2100" spc="-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90">
                <a:solidFill>
                  <a:srgbClr val="004AAC"/>
                </a:solidFill>
                <a:latin typeface="Tahoma"/>
                <a:cs typeface="Tahoma"/>
              </a:rPr>
              <a:t>correct</a:t>
            </a:r>
            <a:r>
              <a:rPr dirty="0" sz="2100" spc="-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these</a:t>
            </a:r>
            <a:r>
              <a:rPr dirty="0" sz="2100" spc="-8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65">
                <a:solidFill>
                  <a:srgbClr val="004AAC"/>
                </a:solidFill>
                <a:latin typeface="Tahoma"/>
                <a:cs typeface="Tahoma"/>
              </a:rPr>
              <a:t>errors</a:t>
            </a:r>
            <a:r>
              <a:rPr dirty="0" sz="2100" spc="-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95">
                <a:solidFill>
                  <a:srgbClr val="004AAC"/>
                </a:solidFill>
                <a:latin typeface="Tahoma"/>
                <a:cs typeface="Tahoma"/>
              </a:rPr>
              <a:t>to</a:t>
            </a:r>
            <a:r>
              <a:rPr dirty="0" sz="2100" spc="-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>
                <a:solidFill>
                  <a:srgbClr val="004AAC"/>
                </a:solidFill>
                <a:latin typeface="Tahoma"/>
                <a:cs typeface="Tahoma"/>
              </a:rPr>
              <a:t>ens</a:t>
            </a:r>
            <a:r>
              <a:rPr dirty="0" sz="2100" spc="50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55">
                <a:solidFill>
                  <a:srgbClr val="004AAC"/>
                </a:solidFill>
                <a:latin typeface="Tahoma"/>
                <a:cs typeface="Tahoma"/>
              </a:rPr>
              <a:t>re</a:t>
            </a:r>
            <a:r>
              <a:rPr dirty="0" sz="2100" spc="-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004AAC"/>
                </a:solidFill>
                <a:latin typeface="Tahoma"/>
                <a:cs typeface="Tahoma"/>
              </a:rPr>
              <a:t>acc</a:t>
            </a:r>
            <a:r>
              <a:rPr dirty="0" sz="2100" spc="50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100">
                <a:solidFill>
                  <a:srgbClr val="004AAC"/>
                </a:solidFill>
                <a:latin typeface="Tahoma"/>
                <a:cs typeface="Tahoma"/>
              </a:rPr>
              <a:t>rate</a:t>
            </a:r>
            <a:r>
              <a:rPr dirty="0" sz="2100" spc="-8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70">
                <a:solidFill>
                  <a:srgbClr val="004AAC"/>
                </a:solidFill>
                <a:latin typeface="Tahoma"/>
                <a:cs typeface="Tahoma"/>
              </a:rPr>
              <a:t>data</a:t>
            </a:r>
            <a:r>
              <a:rPr dirty="0" sz="2100" spc="-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100" spc="-10">
                <a:solidFill>
                  <a:srgbClr val="004AAC"/>
                </a:solidFill>
                <a:latin typeface="Tahoma"/>
                <a:cs typeface="Tahoma"/>
              </a:rPr>
              <a:t>transmission.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10"/>
              </a:spcBef>
            </a:pPr>
            <a:endParaRPr sz="21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</a:pPr>
            <a:r>
              <a:rPr dirty="0" sz="2500" spc="60">
                <a:solidFill>
                  <a:srgbClr val="004AAC"/>
                </a:solidFill>
                <a:latin typeface="Tahoma"/>
                <a:cs typeface="Tahoma"/>
              </a:rPr>
              <a:t>Error</a:t>
            </a:r>
            <a:r>
              <a:rPr dirty="0" sz="2500" spc="-13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004AAC"/>
                </a:solidFill>
                <a:latin typeface="Tahoma"/>
                <a:cs typeface="Tahoma"/>
              </a:rPr>
              <a:t>Detection</a:t>
            </a:r>
            <a:r>
              <a:rPr dirty="0" sz="2500" spc="254">
                <a:solidFill>
                  <a:srgbClr val="004AAC"/>
                </a:solidFill>
                <a:latin typeface="Tahoma"/>
                <a:cs typeface="Tahoma"/>
              </a:rPr>
              <a:t>  </a:t>
            </a:r>
            <a:r>
              <a:rPr dirty="0" sz="2500" spc="-20">
                <a:solidFill>
                  <a:srgbClr val="004AAC"/>
                </a:solidFill>
                <a:latin typeface="Tahoma"/>
                <a:cs typeface="Tahoma"/>
              </a:rPr>
              <a:t>odes</a:t>
            </a:r>
            <a:r>
              <a:rPr dirty="0" sz="2500" spc="-12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500" spc="930">
                <a:solidFill>
                  <a:srgbClr val="004AAC"/>
                </a:solidFill>
                <a:latin typeface="Tahoma"/>
                <a:cs typeface="Tahoma"/>
              </a:rPr>
              <a:t>-</a:t>
            </a:r>
            <a:r>
              <a:rPr dirty="0" sz="2500" spc="-13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500" spc="85">
                <a:solidFill>
                  <a:srgbClr val="004AAC"/>
                </a:solidFill>
                <a:latin typeface="Tahoma"/>
                <a:cs typeface="Tahoma"/>
              </a:rPr>
              <a:t>Parity</a:t>
            </a:r>
            <a:r>
              <a:rPr dirty="0" sz="2500" spc="-13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004AAC"/>
                </a:solidFill>
                <a:latin typeface="Tahoma"/>
                <a:cs typeface="Tahoma"/>
              </a:rPr>
              <a:t>Bit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500">
              <a:latin typeface="Tahoma"/>
              <a:cs typeface="Tahoma"/>
            </a:endParaRPr>
          </a:p>
          <a:p>
            <a:pPr marL="12700" marR="5080">
              <a:lnSpc>
                <a:spcPct val="114100"/>
              </a:lnSpc>
              <a:tabLst>
                <a:tab pos="4947285" algn="l"/>
              </a:tabLst>
            </a:pPr>
            <a:r>
              <a:rPr dirty="0" sz="2300" spc="-35">
                <a:solidFill>
                  <a:srgbClr val="004AAC"/>
                </a:solidFill>
                <a:latin typeface="Tahoma"/>
                <a:cs typeface="Tahoma"/>
              </a:rPr>
              <a:t>An</a:t>
            </a:r>
            <a:r>
              <a:rPr dirty="0" sz="2300" spc="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50">
                <a:solidFill>
                  <a:srgbClr val="004AAC"/>
                </a:solidFill>
                <a:latin typeface="Tahoma"/>
                <a:cs typeface="Tahoma"/>
              </a:rPr>
              <a:t>error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detection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code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is</a:t>
            </a:r>
            <a:r>
              <a:rPr dirty="0" sz="2300" spc="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a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004AAC"/>
                </a:solidFill>
                <a:latin typeface="Tahoma"/>
                <a:cs typeface="Tahoma"/>
              </a:rPr>
              <a:t>method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	sed</a:t>
            </a:r>
            <a:r>
              <a:rPr dirty="0" sz="2300" spc="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75">
                <a:solidFill>
                  <a:srgbClr val="004AAC"/>
                </a:solidFill>
                <a:latin typeface="Tahoma"/>
                <a:cs typeface="Tahoma"/>
              </a:rPr>
              <a:t>to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65">
                <a:solidFill>
                  <a:srgbClr val="004AAC"/>
                </a:solidFill>
                <a:latin typeface="Tahoma"/>
                <a:cs typeface="Tahoma"/>
              </a:rPr>
              <a:t>detect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55">
                <a:solidFill>
                  <a:srgbClr val="004AAC"/>
                </a:solidFill>
                <a:latin typeface="Tahoma"/>
                <a:cs typeface="Tahoma"/>
              </a:rPr>
              <a:t>errors</a:t>
            </a:r>
            <a:r>
              <a:rPr dirty="0" sz="2300" spc="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d</a:t>
            </a:r>
            <a:r>
              <a:rPr dirty="0" sz="2300" spc="48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ring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data</a:t>
            </a:r>
            <a:r>
              <a:rPr dirty="0" sz="2300" spc="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004AAC"/>
                </a:solidFill>
                <a:latin typeface="Tahoma"/>
                <a:cs typeface="Tahoma"/>
              </a:rPr>
              <a:t>transmission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or</a:t>
            </a:r>
            <a:r>
              <a:rPr dirty="0" sz="2300" spc="-4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storage</a:t>
            </a:r>
            <a:r>
              <a:rPr dirty="0" sz="2300" spc="-3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120">
                <a:solidFill>
                  <a:srgbClr val="004AAC"/>
                </a:solidFill>
                <a:latin typeface="Tahoma"/>
                <a:cs typeface="Tahoma"/>
              </a:rPr>
              <a:t>of</a:t>
            </a:r>
            <a:r>
              <a:rPr dirty="0" sz="2300" spc="-3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25">
                <a:solidFill>
                  <a:srgbClr val="004AAC"/>
                </a:solidFill>
                <a:latin typeface="Tahoma"/>
                <a:cs typeface="Tahoma"/>
              </a:rPr>
              <a:t>digital</a:t>
            </a:r>
            <a:r>
              <a:rPr dirty="0" sz="2300" spc="-3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004AAC"/>
                </a:solidFill>
                <a:latin typeface="Tahoma"/>
                <a:cs typeface="Tahoma"/>
              </a:rPr>
              <a:t>data.</a:t>
            </a:r>
            <a:endParaRPr sz="2300">
              <a:latin typeface="Tahoma"/>
              <a:cs typeface="Tahoma"/>
            </a:endParaRPr>
          </a:p>
          <a:p>
            <a:pPr marL="508634">
              <a:lnSpc>
                <a:spcPct val="100000"/>
              </a:lnSpc>
              <a:spcBef>
                <a:spcPts val="390"/>
              </a:spcBef>
            </a:pPr>
            <a:r>
              <a:rPr dirty="0" sz="2300" spc="105">
                <a:solidFill>
                  <a:srgbClr val="004AAC"/>
                </a:solidFill>
                <a:latin typeface="Tahoma"/>
                <a:cs typeface="Tahoma"/>
              </a:rPr>
              <a:t>Extra</a:t>
            </a:r>
            <a:r>
              <a:rPr dirty="0" sz="2300" spc="-6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bits</a:t>
            </a:r>
            <a:r>
              <a:rPr dirty="0" sz="2300" spc="-6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are</a:t>
            </a:r>
            <a:r>
              <a:rPr dirty="0" sz="2300" spc="-6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60">
                <a:solidFill>
                  <a:srgbClr val="004AAC"/>
                </a:solidFill>
                <a:latin typeface="Tahoma"/>
                <a:cs typeface="Tahoma"/>
              </a:rPr>
              <a:t>added</a:t>
            </a:r>
            <a:r>
              <a:rPr dirty="0" sz="2300" spc="-6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75">
                <a:solidFill>
                  <a:srgbClr val="004AAC"/>
                </a:solidFill>
                <a:latin typeface="Tahoma"/>
                <a:cs typeface="Tahoma"/>
              </a:rPr>
              <a:t>to</a:t>
            </a:r>
            <a:r>
              <a:rPr dirty="0" sz="2300" spc="-6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the</a:t>
            </a:r>
            <a:r>
              <a:rPr dirty="0" sz="2300" spc="-6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45">
                <a:solidFill>
                  <a:srgbClr val="004AAC"/>
                </a:solidFill>
                <a:latin typeface="Tahoma"/>
                <a:cs typeface="Tahoma"/>
              </a:rPr>
              <a:t>original</a:t>
            </a:r>
            <a:r>
              <a:rPr dirty="0" sz="2300" spc="-6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004AAC"/>
                </a:solidFill>
                <a:latin typeface="Tahoma"/>
                <a:cs typeface="Tahoma"/>
              </a:rPr>
              <a:t>data.</a:t>
            </a:r>
            <a:endParaRPr sz="2300">
              <a:latin typeface="Tahoma"/>
              <a:cs typeface="Tahoma"/>
            </a:endParaRPr>
          </a:p>
          <a:p>
            <a:pPr marL="508634" marR="5080">
              <a:lnSpc>
                <a:spcPct val="114100"/>
              </a:lnSpc>
            </a:pP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These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bits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70">
                <a:solidFill>
                  <a:srgbClr val="004AAC"/>
                </a:solidFill>
                <a:latin typeface="Tahoma"/>
                <a:cs typeface="Tahoma"/>
              </a:rPr>
              <a:t>allow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the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receiver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75">
                <a:solidFill>
                  <a:srgbClr val="004AAC"/>
                </a:solidFill>
                <a:latin typeface="Tahoma"/>
                <a:cs typeface="Tahoma"/>
              </a:rPr>
              <a:t>to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65">
                <a:solidFill>
                  <a:srgbClr val="004AAC"/>
                </a:solidFill>
                <a:latin typeface="Tahoma"/>
                <a:cs typeface="Tahoma"/>
              </a:rPr>
              <a:t>detect</a:t>
            </a:r>
            <a:r>
              <a:rPr dirty="0" sz="2300" spc="20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10">
                <a:solidFill>
                  <a:srgbClr val="004AAC"/>
                </a:solidFill>
                <a:latin typeface="Tahoma"/>
                <a:cs typeface="Tahoma"/>
              </a:rPr>
              <a:t>inconsistencies,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indicating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>
                <a:solidFill>
                  <a:srgbClr val="004AAC"/>
                </a:solidFill>
                <a:latin typeface="Tahoma"/>
                <a:cs typeface="Tahoma"/>
              </a:rPr>
              <a:t>potential</a:t>
            </a:r>
            <a:r>
              <a:rPr dirty="0" sz="2300" spc="15">
                <a:solidFill>
                  <a:srgbClr val="004AAC"/>
                </a:solidFill>
                <a:latin typeface="Tahoma"/>
                <a:cs typeface="Tahoma"/>
              </a:rPr>
              <a:t> </a:t>
            </a:r>
            <a:r>
              <a:rPr dirty="0" sz="2300" spc="-20">
                <a:solidFill>
                  <a:srgbClr val="004AAC"/>
                </a:solidFill>
                <a:latin typeface="Tahoma"/>
                <a:cs typeface="Tahoma"/>
              </a:rPr>
              <a:t>data </a:t>
            </a:r>
            <a:r>
              <a:rPr dirty="0" sz="2300" spc="45">
                <a:solidFill>
                  <a:srgbClr val="004AAC"/>
                </a:solidFill>
                <a:latin typeface="Tahoma"/>
                <a:cs typeface="Tahoma"/>
              </a:rPr>
              <a:t>errors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2500" y="952519"/>
            <a:ext cx="16314419" cy="8382000"/>
            <a:chOff x="952500" y="952519"/>
            <a:chExt cx="16314419" cy="8382000"/>
          </a:xfrm>
        </p:grpSpPr>
        <p:sp>
          <p:nvSpPr>
            <p:cNvPr id="3" name="object 3"/>
            <p:cNvSpPr/>
            <p:nvPr/>
          </p:nvSpPr>
          <p:spPr>
            <a:xfrm>
              <a:off x="1028699" y="1028758"/>
              <a:ext cx="6551930" cy="8229600"/>
            </a:xfrm>
            <a:custGeom>
              <a:avLst/>
              <a:gdLst/>
              <a:ahLst/>
              <a:cxnLst/>
              <a:rect l="l" t="t" r="r" b="b"/>
              <a:pathLst>
                <a:path w="6551930" h="8229600">
                  <a:moveTo>
                    <a:pt x="0" y="0"/>
                  </a:moveTo>
                  <a:lnTo>
                    <a:pt x="6551562" y="0"/>
                  </a:lnTo>
                  <a:lnTo>
                    <a:pt x="6551562" y="8229482"/>
                  </a:lnTo>
                  <a:lnTo>
                    <a:pt x="0" y="8229482"/>
                  </a:lnTo>
                  <a:lnTo>
                    <a:pt x="0" y="0"/>
                  </a:lnTo>
                  <a:close/>
                </a:path>
              </a:pathLst>
            </a:custGeom>
            <a:ln w="1523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28788" y="1029207"/>
              <a:ext cx="6551930" cy="8228965"/>
            </a:xfrm>
            <a:custGeom>
              <a:avLst/>
              <a:gdLst/>
              <a:ahLst/>
              <a:cxnLst/>
              <a:rect l="l" t="t" r="r" b="b"/>
              <a:pathLst>
                <a:path w="6551930" h="8228965">
                  <a:moveTo>
                    <a:pt x="2008327" y="8191474"/>
                  </a:moveTo>
                  <a:lnTo>
                    <a:pt x="1740916" y="8191474"/>
                  </a:lnTo>
                  <a:lnTo>
                    <a:pt x="1688490" y="8139049"/>
                  </a:lnTo>
                  <a:lnTo>
                    <a:pt x="1688490" y="8191474"/>
                  </a:lnTo>
                  <a:lnTo>
                    <a:pt x="1563712" y="8191474"/>
                  </a:lnTo>
                  <a:lnTo>
                    <a:pt x="1511274" y="8139036"/>
                  </a:lnTo>
                  <a:lnTo>
                    <a:pt x="1511274" y="8191474"/>
                  </a:lnTo>
                  <a:lnTo>
                    <a:pt x="1333639" y="8191474"/>
                  </a:lnTo>
                  <a:lnTo>
                    <a:pt x="1281201" y="8139036"/>
                  </a:lnTo>
                  <a:lnTo>
                    <a:pt x="1281201" y="8191474"/>
                  </a:lnTo>
                  <a:lnTo>
                    <a:pt x="430123" y="8191474"/>
                  </a:lnTo>
                  <a:lnTo>
                    <a:pt x="377685" y="8139036"/>
                  </a:lnTo>
                  <a:lnTo>
                    <a:pt x="377685" y="8191474"/>
                  </a:lnTo>
                  <a:lnTo>
                    <a:pt x="110451" y="8191474"/>
                  </a:lnTo>
                  <a:lnTo>
                    <a:pt x="110451" y="7814030"/>
                  </a:lnTo>
                  <a:lnTo>
                    <a:pt x="282244" y="7985811"/>
                  </a:lnTo>
                  <a:lnTo>
                    <a:pt x="282244" y="8096021"/>
                  </a:lnTo>
                  <a:lnTo>
                    <a:pt x="377685" y="8191474"/>
                  </a:lnTo>
                  <a:lnTo>
                    <a:pt x="377685" y="8139036"/>
                  </a:lnTo>
                  <a:lnTo>
                    <a:pt x="319316" y="8080667"/>
                  </a:lnTo>
                  <a:lnTo>
                    <a:pt x="319316" y="7970456"/>
                  </a:lnTo>
                  <a:lnTo>
                    <a:pt x="110451" y="7761592"/>
                  </a:lnTo>
                  <a:lnTo>
                    <a:pt x="110451" y="7648905"/>
                  </a:lnTo>
                  <a:lnTo>
                    <a:pt x="113080" y="7646289"/>
                  </a:lnTo>
                  <a:lnTo>
                    <a:pt x="570484" y="8103692"/>
                  </a:lnTo>
                  <a:lnTo>
                    <a:pt x="1193419" y="8103692"/>
                  </a:lnTo>
                  <a:lnTo>
                    <a:pt x="1281201" y="8191474"/>
                  </a:lnTo>
                  <a:lnTo>
                    <a:pt x="1281201" y="8139036"/>
                  </a:lnTo>
                  <a:lnTo>
                    <a:pt x="1208786" y="8066608"/>
                  </a:lnTo>
                  <a:lnTo>
                    <a:pt x="585851" y="8066608"/>
                  </a:lnTo>
                  <a:lnTo>
                    <a:pt x="139293" y="7620063"/>
                  </a:lnTo>
                  <a:lnTo>
                    <a:pt x="207175" y="7552195"/>
                  </a:lnTo>
                  <a:lnTo>
                    <a:pt x="207175" y="7485012"/>
                  </a:lnTo>
                  <a:lnTo>
                    <a:pt x="336702" y="7614539"/>
                  </a:lnTo>
                  <a:lnTo>
                    <a:pt x="389140" y="7666977"/>
                  </a:lnTo>
                  <a:lnTo>
                    <a:pt x="389140" y="7716723"/>
                  </a:lnTo>
                  <a:lnTo>
                    <a:pt x="653732" y="7981315"/>
                  </a:lnTo>
                  <a:lnTo>
                    <a:pt x="1382572" y="7981315"/>
                  </a:lnTo>
                  <a:lnTo>
                    <a:pt x="1382572" y="8062773"/>
                  </a:lnTo>
                  <a:lnTo>
                    <a:pt x="1511274" y="8191474"/>
                  </a:lnTo>
                  <a:lnTo>
                    <a:pt x="1511274" y="8139036"/>
                  </a:lnTo>
                  <a:lnTo>
                    <a:pt x="1419656" y="8047418"/>
                  </a:lnTo>
                  <a:lnTo>
                    <a:pt x="1419656" y="7981315"/>
                  </a:lnTo>
                  <a:lnTo>
                    <a:pt x="1478318" y="7981315"/>
                  </a:lnTo>
                  <a:lnTo>
                    <a:pt x="1688490" y="8191474"/>
                  </a:lnTo>
                  <a:lnTo>
                    <a:pt x="1688490" y="8139049"/>
                  </a:lnTo>
                  <a:lnTo>
                    <a:pt x="1493685" y="7944231"/>
                  </a:lnTo>
                  <a:lnTo>
                    <a:pt x="669099" y="7944231"/>
                  </a:lnTo>
                  <a:lnTo>
                    <a:pt x="426224" y="7701369"/>
                  </a:lnTo>
                  <a:lnTo>
                    <a:pt x="426224" y="6931876"/>
                  </a:lnTo>
                  <a:lnTo>
                    <a:pt x="389153" y="6894817"/>
                  </a:lnTo>
                  <a:lnTo>
                    <a:pt x="389153" y="6947230"/>
                  </a:lnTo>
                  <a:lnTo>
                    <a:pt x="389153" y="7437120"/>
                  </a:lnTo>
                  <a:lnTo>
                    <a:pt x="389153" y="7489545"/>
                  </a:lnTo>
                  <a:lnTo>
                    <a:pt x="389153" y="7614539"/>
                  </a:lnTo>
                  <a:lnTo>
                    <a:pt x="207175" y="7432573"/>
                  </a:lnTo>
                  <a:lnTo>
                    <a:pt x="207175" y="7057631"/>
                  </a:lnTo>
                  <a:lnTo>
                    <a:pt x="289369" y="7139826"/>
                  </a:lnTo>
                  <a:lnTo>
                    <a:pt x="289369" y="7389762"/>
                  </a:lnTo>
                  <a:lnTo>
                    <a:pt x="336727" y="7437120"/>
                  </a:lnTo>
                  <a:lnTo>
                    <a:pt x="389153" y="7489545"/>
                  </a:lnTo>
                  <a:lnTo>
                    <a:pt x="389153" y="7437120"/>
                  </a:lnTo>
                  <a:lnTo>
                    <a:pt x="326440" y="7374407"/>
                  </a:lnTo>
                  <a:lnTo>
                    <a:pt x="326440" y="7124459"/>
                  </a:lnTo>
                  <a:lnTo>
                    <a:pt x="207175" y="7005206"/>
                  </a:lnTo>
                  <a:lnTo>
                    <a:pt x="207175" y="6938708"/>
                  </a:lnTo>
                  <a:lnTo>
                    <a:pt x="37084" y="6772135"/>
                  </a:lnTo>
                  <a:lnTo>
                    <a:pt x="37084" y="6595173"/>
                  </a:lnTo>
                  <a:lnTo>
                    <a:pt x="389153" y="6947230"/>
                  </a:lnTo>
                  <a:lnTo>
                    <a:pt x="389153" y="6894817"/>
                  </a:lnTo>
                  <a:lnTo>
                    <a:pt x="37084" y="6542748"/>
                  </a:lnTo>
                  <a:lnTo>
                    <a:pt x="37084" y="6108941"/>
                  </a:lnTo>
                  <a:lnTo>
                    <a:pt x="0" y="6108941"/>
                  </a:lnTo>
                  <a:lnTo>
                    <a:pt x="0" y="8228546"/>
                  </a:lnTo>
                  <a:lnTo>
                    <a:pt x="2008327" y="8228546"/>
                  </a:lnTo>
                  <a:lnTo>
                    <a:pt x="2008327" y="8191474"/>
                  </a:lnTo>
                  <a:close/>
                </a:path>
                <a:path w="6551930" h="8228965">
                  <a:moveTo>
                    <a:pt x="6551409" y="0"/>
                  </a:moveTo>
                  <a:lnTo>
                    <a:pt x="6515036" y="0"/>
                  </a:lnTo>
                  <a:lnTo>
                    <a:pt x="6515036" y="1428470"/>
                  </a:lnTo>
                  <a:lnTo>
                    <a:pt x="6515036" y="1602028"/>
                  </a:lnTo>
                  <a:lnTo>
                    <a:pt x="6169736" y="1256728"/>
                  </a:lnTo>
                  <a:lnTo>
                    <a:pt x="6169736" y="776236"/>
                  </a:lnTo>
                  <a:lnTo>
                    <a:pt x="6231242" y="837755"/>
                  </a:lnTo>
                  <a:lnTo>
                    <a:pt x="6231242" y="1082903"/>
                  </a:lnTo>
                  <a:lnTo>
                    <a:pt x="6348222" y="1199870"/>
                  </a:lnTo>
                  <a:lnTo>
                    <a:pt x="6348222" y="1265097"/>
                  </a:lnTo>
                  <a:lnTo>
                    <a:pt x="6515036" y="1428470"/>
                  </a:lnTo>
                  <a:lnTo>
                    <a:pt x="6515036" y="0"/>
                  </a:lnTo>
                  <a:lnTo>
                    <a:pt x="6443078" y="0"/>
                  </a:lnTo>
                  <a:lnTo>
                    <a:pt x="6443078" y="36360"/>
                  </a:lnTo>
                  <a:lnTo>
                    <a:pt x="6443078" y="406565"/>
                  </a:lnTo>
                  <a:lnTo>
                    <a:pt x="6443078" y="458000"/>
                  </a:lnTo>
                  <a:lnTo>
                    <a:pt x="6443078" y="568515"/>
                  </a:lnTo>
                  <a:lnTo>
                    <a:pt x="6440500" y="571093"/>
                  </a:lnTo>
                  <a:lnTo>
                    <a:pt x="6414783" y="545376"/>
                  </a:lnTo>
                  <a:lnTo>
                    <a:pt x="6414783" y="596798"/>
                  </a:lnTo>
                  <a:lnTo>
                    <a:pt x="6348222" y="663384"/>
                  </a:lnTo>
                  <a:lnTo>
                    <a:pt x="6348222" y="729272"/>
                  </a:lnTo>
                  <a:lnTo>
                    <a:pt x="6348209" y="780707"/>
                  </a:lnTo>
                  <a:lnTo>
                    <a:pt x="6348209" y="1148448"/>
                  </a:lnTo>
                  <a:lnTo>
                    <a:pt x="6267602" y="1067828"/>
                  </a:lnTo>
                  <a:lnTo>
                    <a:pt x="6267602" y="822693"/>
                  </a:lnTo>
                  <a:lnTo>
                    <a:pt x="6221158" y="776236"/>
                  </a:lnTo>
                  <a:lnTo>
                    <a:pt x="6169736" y="724814"/>
                  </a:lnTo>
                  <a:lnTo>
                    <a:pt x="6169736" y="602221"/>
                  </a:lnTo>
                  <a:lnTo>
                    <a:pt x="6348209" y="780707"/>
                  </a:lnTo>
                  <a:lnTo>
                    <a:pt x="6348209" y="729259"/>
                  </a:lnTo>
                  <a:lnTo>
                    <a:pt x="6221171" y="602221"/>
                  </a:lnTo>
                  <a:lnTo>
                    <a:pt x="6169736" y="550799"/>
                  </a:lnTo>
                  <a:lnTo>
                    <a:pt x="6169736" y="502005"/>
                  </a:lnTo>
                  <a:lnTo>
                    <a:pt x="5910224" y="242493"/>
                  </a:lnTo>
                  <a:lnTo>
                    <a:pt x="5195367" y="242493"/>
                  </a:lnTo>
                  <a:lnTo>
                    <a:pt x="5195367" y="162598"/>
                  </a:lnTo>
                  <a:lnTo>
                    <a:pt x="5159006" y="126238"/>
                  </a:lnTo>
                  <a:lnTo>
                    <a:pt x="5159006" y="177660"/>
                  </a:lnTo>
                  <a:lnTo>
                    <a:pt x="5159006" y="242493"/>
                  </a:lnTo>
                  <a:lnTo>
                    <a:pt x="5101463" y="242493"/>
                  </a:lnTo>
                  <a:lnTo>
                    <a:pt x="4895329" y="36360"/>
                  </a:lnTo>
                  <a:lnTo>
                    <a:pt x="5017719" y="36360"/>
                  </a:lnTo>
                  <a:lnTo>
                    <a:pt x="5159006" y="177660"/>
                  </a:lnTo>
                  <a:lnTo>
                    <a:pt x="5159006" y="126238"/>
                  </a:lnTo>
                  <a:lnTo>
                    <a:pt x="5069141" y="36360"/>
                  </a:lnTo>
                  <a:lnTo>
                    <a:pt x="5243360" y="36360"/>
                  </a:lnTo>
                  <a:lnTo>
                    <a:pt x="5365826" y="158826"/>
                  </a:lnTo>
                  <a:lnTo>
                    <a:pt x="5976810" y="158826"/>
                  </a:lnTo>
                  <a:lnTo>
                    <a:pt x="6414783" y="596798"/>
                  </a:lnTo>
                  <a:lnTo>
                    <a:pt x="6414783" y="545376"/>
                  </a:lnTo>
                  <a:lnTo>
                    <a:pt x="5991885" y="122466"/>
                  </a:lnTo>
                  <a:lnTo>
                    <a:pt x="5380901" y="122466"/>
                  </a:lnTo>
                  <a:lnTo>
                    <a:pt x="5294795" y="36360"/>
                  </a:lnTo>
                  <a:lnTo>
                    <a:pt x="6129553" y="36360"/>
                  </a:lnTo>
                  <a:lnTo>
                    <a:pt x="6238227" y="145034"/>
                  </a:lnTo>
                  <a:lnTo>
                    <a:pt x="6238227" y="253136"/>
                  </a:lnTo>
                  <a:lnTo>
                    <a:pt x="6443078" y="458000"/>
                  </a:lnTo>
                  <a:lnTo>
                    <a:pt x="6443078" y="406565"/>
                  </a:lnTo>
                  <a:lnTo>
                    <a:pt x="6274587" y="238074"/>
                  </a:lnTo>
                  <a:lnTo>
                    <a:pt x="6274587" y="129984"/>
                  </a:lnTo>
                  <a:lnTo>
                    <a:pt x="6180975" y="36360"/>
                  </a:lnTo>
                  <a:lnTo>
                    <a:pt x="6443078" y="36360"/>
                  </a:lnTo>
                  <a:lnTo>
                    <a:pt x="6443078" y="0"/>
                  </a:lnTo>
                  <a:lnTo>
                    <a:pt x="4581626" y="0"/>
                  </a:lnTo>
                  <a:lnTo>
                    <a:pt x="4581626" y="36360"/>
                  </a:lnTo>
                  <a:lnTo>
                    <a:pt x="4843907" y="36360"/>
                  </a:lnTo>
                  <a:lnTo>
                    <a:pt x="5086388" y="278853"/>
                  </a:lnTo>
                  <a:lnTo>
                    <a:pt x="5895162" y="278853"/>
                  </a:lnTo>
                  <a:lnTo>
                    <a:pt x="6133376" y="517067"/>
                  </a:lnTo>
                  <a:lnTo>
                    <a:pt x="6133376" y="1271790"/>
                  </a:lnTo>
                  <a:lnTo>
                    <a:pt x="6515036" y="1653451"/>
                  </a:lnTo>
                  <a:lnTo>
                    <a:pt x="6515036" y="2075942"/>
                  </a:lnTo>
                  <a:lnTo>
                    <a:pt x="6551409" y="2075942"/>
                  </a:lnTo>
                  <a:lnTo>
                    <a:pt x="6551409" y="1602028"/>
                  </a:lnTo>
                  <a:lnTo>
                    <a:pt x="6551409" y="1148448"/>
                  </a:lnTo>
                  <a:lnTo>
                    <a:pt x="6551409" y="729272"/>
                  </a:lnTo>
                  <a:lnTo>
                    <a:pt x="6551409" y="571093"/>
                  </a:lnTo>
                  <a:lnTo>
                    <a:pt x="6551409" y="406565"/>
                  </a:lnTo>
                  <a:lnTo>
                    <a:pt x="6551409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8939" y="4123420"/>
              <a:ext cx="9093177" cy="456404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600059" y="1399768"/>
            <a:ext cx="7790180" cy="23660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6425"/>
              </a:lnSpc>
              <a:spcBef>
                <a:spcPts val="90"/>
              </a:spcBef>
            </a:pPr>
            <a:r>
              <a:rPr dirty="0" sz="6050" spc="145"/>
              <a:t>USE</a:t>
            </a:r>
            <a:r>
              <a:rPr dirty="0" sz="6050" spc="-1330"/>
              <a:t> </a:t>
            </a:r>
            <a:r>
              <a:rPr dirty="0" sz="6050" spc="-90"/>
              <a:t>OF</a:t>
            </a:r>
            <a:r>
              <a:rPr dirty="0" sz="6050" spc="-1315"/>
              <a:t> </a:t>
            </a:r>
            <a:r>
              <a:rPr dirty="0" sz="6050" spc="-110"/>
              <a:t>XOR</a:t>
            </a:r>
            <a:r>
              <a:rPr dirty="0" sz="6050" spc="-1315"/>
              <a:t> </a:t>
            </a:r>
            <a:r>
              <a:rPr dirty="0" sz="6050" spc="-130"/>
              <a:t>G</a:t>
            </a:r>
            <a:r>
              <a:rPr dirty="0" sz="6050" spc="-530"/>
              <a:t>A</a:t>
            </a:r>
            <a:r>
              <a:rPr dirty="0" sz="6050" spc="-180"/>
              <a:t>T</a:t>
            </a:r>
            <a:r>
              <a:rPr dirty="0" sz="6050" spc="-210"/>
              <a:t>E</a:t>
            </a:r>
            <a:r>
              <a:rPr dirty="0" sz="6050" spc="245"/>
              <a:t>S</a:t>
            </a:r>
            <a:r>
              <a:rPr dirty="0" sz="6050" spc="-1315"/>
              <a:t> </a:t>
            </a:r>
            <a:r>
              <a:rPr dirty="0" sz="6050" spc="-25"/>
              <a:t>AND</a:t>
            </a:r>
            <a:endParaRPr sz="6050"/>
          </a:p>
          <a:p>
            <a:pPr marL="12700" marR="2020570">
              <a:lnSpc>
                <a:spcPct val="77000"/>
              </a:lnSpc>
              <a:spcBef>
                <a:spcPts val="835"/>
              </a:spcBef>
            </a:pPr>
            <a:r>
              <a:rPr dirty="0" sz="6050" spc="-515"/>
              <a:t>P</a:t>
            </a:r>
            <a:r>
              <a:rPr dirty="0" sz="6050" spc="-175"/>
              <a:t>A</a:t>
            </a:r>
            <a:r>
              <a:rPr dirty="0" sz="6050" spc="-180"/>
              <a:t>R</a:t>
            </a:r>
            <a:r>
              <a:rPr dirty="0" sz="6050" spc="-195"/>
              <a:t>I</a:t>
            </a:r>
            <a:r>
              <a:rPr dirty="0" sz="6050" spc="-120"/>
              <a:t>T</a:t>
            </a:r>
            <a:r>
              <a:rPr dirty="0" sz="6050" spc="185"/>
              <a:t>Y</a:t>
            </a:r>
            <a:r>
              <a:rPr dirty="0" sz="6050" spc="-1310"/>
              <a:t> </a:t>
            </a:r>
            <a:r>
              <a:rPr dirty="0" sz="6050"/>
              <a:t>IN</a:t>
            </a:r>
            <a:r>
              <a:rPr dirty="0" sz="6050" spc="-1310"/>
              <a:t> </a:t>
            </a:r>
            <a:r>
              <a:rPr dirty="0" sz="6050" spc="-40"/>
              <a:t>ERROR </a:t>
            </a:r>
            <a:r>
              <a:rPr dirty="0" sz="6050" spc="-125"/>
              <a:t>DETECTION</a:t>
            </a:r>
            <a:endParaRPr sz="6050"/>
          </a:p>
        </p:txBody>
      </p:sp>
      <p:sp>
        <p:nvSpPr>
          <p:cNvPr id="7" name="object 7"/>
          <p:cNvSpPr txBox="1"/>
          <p:nvPr/>
        </p:nvSpPr>
        <p:spPr>
          <a:xfrm>
            <a:off x="1142204" y="2271255"/>
            <a:ext cx="6100445" cy="5926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30045" marR="60960" indent="-1617980">
              <a:lnSpc>
                <a:spcPct val="101000"/>
              </a:lnSpc>
              <a:spcBef>
                <a:spcPts val="90"/>
              </a:spcBef>
            </a:pPr>
            <a:r>
              <a:rPr dirty="0" sz="2700" spc="-21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 spc="-360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950" spc="-3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10">
                <a:solidFill>
                  <a:srgbClr val="004AAC"/>
                </a:solidFill>
                <a:latin typeface="Verdana"/>
                <a:cs typeface="Verdana"/>
              </a:rPr>
              <a:t>gates</a:t>
            </a:r>
            <a:r>
              <a:rPr dirty="0" sz="2950" spc="-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80">
                <a:solidFill>
                  <a:srgbClr val="004AAC"/>
                </a:solidFill>
                <a:latin typeface="Verdana"/>
                <a:cs typeface="Verdana"/>
              </a:rPr>
              <a:t>generate</a:t>
            </a:r>
            <a:r>
              <a:rPr dirty="0" sz="2950" spc="-8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50">
                <a:solidFill>
                  <a:srgbClr val="004AAC"/>
                </a:solidFill>
                <a:latin typeface="Verdana"/>
                <a:cs typeface="Verdana"/>
              </a:rPr>
              <a:t>a</a:t>
            </a:r>
            <a:r>
              <a:rPr dirty="0" sz="2950" spc="-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5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950" spc="-2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50" spc="-1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75">
                <a:solidFill>
                  <a:srgbClr val="004AAC"/>
                </a:solidFill>
                <a:latin typeface="Verdana"/>
                <a:cs typeface="Verdana"/>
              </a:rPr>
              <a:t>at </a:t>
            </a:r>
            <a:r>
              <a:rPr dirty="0" sz="2950" spc="-40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950" spc="-21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5">
                <a:solidFill>
                  <a:srgbClr val="004AAC"/>
                </a:solidFill>
                <a:latin typeface="Verdana"/>
                <a:cs typeface="Verdana"/>
              </a:rPr>
              <a:t>transmitter</a:t>
            </a:r>
            <a:r>
              <a:rPr dirty="0" sz="2700" spc="-35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  <a:p>
            <a:pPr marL="33020" marR="89535" indent="341630">
              <a:lnSpc>
                <a:spcPts val="3570"/>
              </a:lnSpc>
              <a:spcBef>
                <a:spcPts val="130"/>
              </a:spcBef>
            </a:pPr>
            <a:r>
              <a:rPr dirty="0" sz="2700" spc="-21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 spc="-185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950" spc="-7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5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950" spc="-2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50" spc="-20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85">
                <a:solidFill>
                  <a:srgbClr val="004AAC"/>
                </a:solidFill>
                <a:latin typeface="Verdana"/>
                <a:cs typeface="Verdana"/>
              </a:rPr>
              <a:t>ensures</a:t>
            </a:r>
            <a:r>
              <a:rPr dirty="0" sz="2950" spc="-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70">
                <a:solidFill>
                  <a:srgbClr val="004AAC"/>
                </a:solidFill>
                <a:latin typeface="Verdana"/>
                <a:cs typeface="Verdana"/>
              </a:rPr>
              <a:t>that</a:t>
            </a:r>
            <a:r>
              <a:rPr dirty="0" sz="2950" spc="-1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5">
                <a:solidFill>
                  <a:srgbClr val="004AAC"/>
                </a:solidFill>
                <a:latin typeface="Verdana"/>
                <a:cs typeface="Verdana"/>
              </a:rPr>
              <a:t>the </a:t>
            </a:r>
            <a:r>
              <a:rPr dirty="0" sz="2950" spc="-40">
                <a:solidFill>
                  <a:srgbClr val="004AAC"/>
                </a:solidFill>
                <a:latin typeface="Verdana"/>
                <a:cs typeface="Verdana"/>
              </a:rPr>
              <a:t>total</a:t>
            </a:r>
            <a:r>
              <a:rPr dirty="0" sz="2950" spc="-1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40">
                <a:solidFill>
                  <a:srgbClr val="004AAC"/>
                </a:solidFill>
                <a:latin typeface="Verdana"/>
                <a:cs typeface="Verdana"/>
              </a:rPr>
              <a:t>number</a:t>
            </a:r>
            <a:r>
              <a:rPr dirty="0" sz="295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60">
                <a:solidFill>
                  <a:srgbClr val="004AAC"/>
                </a:solidFill>
                <a:latin typeface="Verdana"/>
                <a:cs typeface="Verdana"/>
              </a:rPr>
              <a:t>of</a:t>
            </a:r>
            <a:r>
              <a:rPr dirty="0" sz="2950" spc="-24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00" spc="-445">
                <a:solidFill>
                  <a:srgbClr val="004AAC"/>
                </a:solidFill>
                <a:latin typeface="Verdana"/>
                <a:cs typeface="Verdana"/>
              </a:rPr>
              <a:t>1</a:t>
            </a:r>
            <a:r>
              <a:rPr dirty="0" sz="2950" spc="-445">
                <a:solidFill>
                  <a:srgbClr val="004AAC"/>
                </a:solidFill>
                <a:latin typeface="Verdana"/>
                <a:cs typeface="Verdana"/>
              </a:rPr>
              <a:t>s</a:t>
            </a:r>
            <a:r>
              <a:rPr dirty="0" sz="2950" spc="11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is</a:t>
            </a:r>
            <a:r>
              <a:rPr dirty="0" sz="2950" spc="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90">
                <a:solidFill>
                  <a:srgbClr val="004AAC"/>
                </a:solidFill>
                <a:latin typeface="Verdana"/>
                <a:cs typeface="Verdana"/>
              </a:rPr>
              <a:t>even</a:t>
            </a:r>
            <a:r>
              <a:rPr dirty="0" sz="295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or</a:t>
            </a:r>
            <a:r>
              <a:rPr dirty="0" sz="2950" spc="-8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60">
                <a:solidFill>
                  <a:srgbClr val="004AAC"/>
                </a:solidFill>
                <a:latin typeface="Verdana"/>
                <a:cs typeface="Verdana"/>
              </a:rPr>
              <a:t>odd</a:t>
            </a:r>
            <a:r>
              <a:rPr dirty="0" sz="2700" spc="-16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  <a:p>
            <a:pPr marL="305435" marR="5080" indent="-52705">
              <a:lnSpc>
                <a:spcPts val="3570"/>
              </a:lnSpc>
              <a:spcBef>
                <a:spcPts val="5"/>
              </a:spcBef>
            </a:pPr>
            <a:r>
              <a:rPr dirty="0" sz="2700" spc="-135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At</a:t>
            </a:r>
            <a:r>
              <a:rPr dirty="0" sz="2950" spc="-2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40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950" spc="-1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14">
                <a:solidFill>
                  <a:srgbClr val="004AAC"/>
                </a:solidFill>
                <a:latin typeface="Verdana"/>
                <a:cs typeface="Verdana"/>
              </a:rPr>
              <a:t>receiver</a:t>
            </a:r>
            <a:r>
              <a:rPr dirty="0" sz="2700" spc="-114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r>
              <a:rPr dirty="0" sz="2700" spc="-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60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950" spc="-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10">
                <a:solidFill>
                  <a:srgbClr val="004AAC"/>
                </a:solidFill>
                <a:latin typeface="Verdana"/>
                <a:cs typeface="Verdana"/>
              </a:rPr>
              <a:t>gates</a:t>
            </a:r>
            <a:r>
              <a:rPr dirty="0" sz="2950" spc="-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60">
                <a:solidFill>
                  <a:srgbClr val="004AAC"/>
                </a:solidFill>
                <a:latin typeface="Verdana"/>
                <a:cs typeface="Verdana"/>
              </a:rPr>
              <a:t>check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all</a:t>
            </a:r>
            <a:r>
              <a:rPr dirty="0" sz="2950" spc="-4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05">
                <a:solidFill>
                  <a:srgbClr val="004AAC"/>
                </a:solidFill>
                <a:latin typeface="Verdana"/>
                <a:cs typeface="Verdana"/>
              </a:rPr>
              <a:t>received</a:t>
            </a:r>
            <a:r>
              <a:rPr dirty="0" sz="2950" spc="-1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50">
                <a:solidFill>
                  <a:srgbClr val="004AAC"/>
                </a:solidFill>
                <a:latin typeface="Verdana"/>
                <a:cs typeface="Verdana"/>
              </a:rPr>
              <a:t>bits</a:t>
            </a:r>
            <a:r>
              <a:rPr dirty="0" sz="2700" spc="-50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r>
              <a:rPr dirty="0" sz="2700" spc="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including</a:t>
            </a:r>
            <a:r>
              <a:rPr dirty="0" sz="2950" spc="-1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5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endParaRPr sz="2950">
              <a:latin typeface="Verdana"/>
              <a:cs typeface="Verdana"/>
            </a:endParaRPr>
          </a:p>
          <a:p>
            <a:pPr marL="714375">
              <a:lnSpc>
                <a:spcPts val="3454"/>
              </a:lnSpc>
            </a:pPr>
            <a:r>
              <a:rPr dirty="0" sz="2950" spc="-5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950" spc="-2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700" spc="-2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  <a:p>
            <a:pPr marL="468630">
              <a:lnSpc>
                <a:spcPct val="100000"/>
              </a:lnSpc>
              <a:spcBef>
                <a:spcPts val="35"/>
              </a:spcBef>
            </a:pPr>
            <a:r>
              <a:rPr dirty="0" sz="2700" spc="-65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 spc="-125">
                <a:solidFill>
                  <a:srgbClr val="004AAC"/>
                </a:solidFill>
                <a:latin typeface="Verdana"/>
                <a:cs typeface="Verdana"/>
              </a:rPr>
              <a:t>Output</a:t>
            </a:r>
            <a:r>
              <a:rPr dirty="0" sz="295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00" spc="-370">
                <a:solidFill>
                  <a:srgbClr val="004AAC"/>
                </a:solidFill>
                <a:latin typeface="Verdana"/>
                <a:cs typeface="Verdana"/>
              </a:rPr>
              <a:t>0:</a:t>
            </a:r>
            <a:r>
              <a:rPr dirty="0" sz="2700" spc="13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no</a:t>
            </a:r>
            <a:r>
              <a:rPr dirty="0" sz="2950" spc="-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950" spc="-1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70">
                <a:solidFill>
                  <a:srgbClr val="004AAC"/>
                </a:solidFill>
                <a:latin typeface="Verdana"/>
                <a:cs typeface="Verdana"/>
              </a:rPr>
              <a:t>detected</a:t>
            </a:r>
            <a:r>
              <a:rPr dirty="0" sz="2700" spc="-7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  <a:p>
            <a:pPr marL="424815">
              <a:lnSpc>
                <a:spcPct val="100000"/>
              </a:lnSpc>
              <a:spcBef>
                <a:spcPts val="35"/>
              </a:spcBef>
            </a:pPr>
            <a:r>
              <a:rPr dirty="0" sz="2700" spc="-65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 spc="-125">
                <a:solidFill>
                  <a:srgbClr val="004AAC"/>
                </a:solidFill>
                <a:latin typeface="Verdana"/>
                <a:cs typeface="Verdana"/>
              </a:rPr>
              <a:t>Output</a:t>
            </a:r>
            <a:r>
              <a:rPr dirty="0" sz="2950" spc="-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00" spc="-660">
                <a:solidFill>
                  <a:srgbClr val="004AAC"/>
                </a:solidFill>
                <a:latin typeface="Verdana"/>
                <a:cs typeface="Verdana"/>
              </a:rPr>
              <a:t>1:</a:t>
            </a:r>
            <a:r>
              <a:rPr dirty="0" sz="2700" spc="28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95">
                <a:solidFill>
                  <a:srgbClr val="004AAC"/>
                </a:solidFill>
                <a:latin typeface="Verdana"/>
                <a:cs typeface="Verdana"/>
              </a:rPr>
              <a:t>an</a:t>
            </a:r>
            <a:r>
              <a:rPr dirty="0" sz="2950" spc="-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95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is</a:t>
            </a:r>
            <a:r>
              <a:rPr dirty="0" sz="2950" spc="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65">
                <a:solidFill>
                  <a:srgbClr val="004AAC"/>
                </a:solidFill>
                <a:latin typeface="Verdana"/>
                <a:cs typeface="Verdana"/>
              </a:rPr>
              <a:t>detected</a:t>
            </a:r>
            <a:r>
              <a:rPr dirty="0" sz="2700" spc="-65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  <a:p>
            <a:pPr marL="46355" marR="94615" indent="617220">
              <a:lnSpc>
                <a:spcPts val="3570"/>
              </a:lnSpc>
              <a:spcBef>
                <a:spcPts val="130"/>
              </a:spcBef>
            </a:pPr>
            <a:r>
              <a:rPr dirty="0" sz="2700" spc="-13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 spc="-4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950" spc="-2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14">
                <a:solidFill>
                  <a:srgbClr val="004AAC"/>
                </a:solidFill>
                <a:latin typeface="Verdana"/>
                <a:cs typeface="Verdana"/>
              </a:rPr>
              <a:t>detects</a:t>
            </a:r>
            <a:r>
              <a:rPr dirty="0" sz="295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65">
                <a:solidFill>
                  <a:srgbClr val="004AAC"/>
                </a:solidFill>
                <a:latin typeface="Verdana"/>
                <a:cs typeface="Verdana"/>
              </a:rPr>
              <a:t>single</a:t>
            </a:r>
            <a:r>
              <a:rPr dirty="0" sz="2700" spc="-65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5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5">
                <a:solidFill>
                  <a:srgbClr val="004AAC"/>
                </a:solidFill>
                <a:latin typeface="Verdana"/>
                <a:cs typeface="Verdana"/>
              </a:rPr>
              <a:t>and </a:t>
            </a:r>
            <a:r>
              <a:rPr dirty="0" sz="2950" spc="-55">
                <a:solidFill>
                  <a:srgbClr val="004AAC"/>
                </a:solidFill>
                <a:latin typeface="Verdana"/>
                <a:cs typeface="Verdana"/>
              </a:rPr>
              <a:t>other</a:t>
            </a:r>
            <a:r>
              <a:rPr dirty="0" sz="2950" spc="-20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90">
                <a:solidFill>
                  <a:srgbClr val="004AAC"/>
                </a:solidFill>
                <a:latin typeface="Verdana"/>
                <a:cs typeface="Verdana"/>
              </a:rPr>
              <a:t>odd</a:t>
            </a:r>
            <a:r>
              <a:rPr dirty="0" sz="2700" spc="-19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 spc="-140">
                <a:solidFill>
                  <a:srgbClr val="004AAC"/>
                </a:solidFill>
                <a:latin typeface="Verdana"/>
                <a:cs typeface="Verdana"/>
              </a:rPr>
              <a:t>number</a:t>
            </a:r>
            <a:r>
              <a:rPr dirty="0" sz="2950" spc="-1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50" spc="-1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5">
                <a:solidFill>
                  <a:srgbClr val="004AAC"/>
                </a:solidFill>
                <a:latin typeface="Verdana"/>
                <a:cs typeface="Verdana"/>
              </a:rPr>
              <a:t>errors</a:t>
            </a:r>
            <a:r>
              <a:rPr dirty="0" sz="2700" spc="-25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r>
              <a:rPr dirty="0" sz="2700" spc="-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5">
                <a:solidFill>
                  <a:srgbClr val="004AAC"/>
                </a:solidFill>
                <a:latin typeface="Verdana"/>
                <a:cs typeface="Verdana"/>
              </a:rPr>
              <a:t>but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it</a:t>
            </a:r>
            <a:r>
              <a:rPr dirty="0" sz="295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05">
                <a:solidFill>
                  <a:srgbClr val="004AAC"/>
                </a:solidFill>
                <a:latin typeface="Verdana"/>
                <a:cs typeface="Verdana"/>
              </a:rPr>
              <a:t>cannot</a:t>
            </a:r>
            <a:r>
              <a:rPr dirty="0" sz="295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0">
                <a:solidFill>
                  <a:srgbClr val="004AAC"/>
                </a:solidFill>
                <a:latin typeface="Verdana"/>
                <a:cs typeface="Verdana"/>
              </a:rPr>
              <a:t>correct</a:t>
            </a:r>
            <a:r>
              <a:rPr dirty="0" sz="2950" spc="-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errors</a:t>
            </a:r>
            <a:r>
              <a:rPr dirty="0" sz="295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or</a:t>
            </a:r>
            <a:r>
              <a:rPr dirty="0" sz="2950" spc="-1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14">
                <a:solidFill>
                  <a:srgbClr val="004AAC"/>
                </a:solidFill>
                <a:latin typeface="Verdana"/>
                <a:cs typeface="Verdana"/>
              </a:rPr>
              <a:t>detect</a:t>
            </a:r>
            <a:endParaRPr sz="2950">
              <a:latin typeface="Verdana"/>
              <a:cs typeface="Verdana"/>
            </a:endParaRPr>
          </a:p>
          <a:p>
            <a:pPr marL="615950">
              <a:lnSpc>
                <a:spcPts val="3460"/>
              </a:lnSpc>
            </a:pP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all</a:t>
            </a:r>
            <a:r>
              <a:rPr dirty="0" sz="2950" spc="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20">
                <a:solidFill>
                  <a:srgbClr val="004AAC"/>
                </a:solidFill>
                <a:latin typeface="Verdana"/>
                <a:cs typeface="Verdana"/>
              </a:rPr>
              <a:t>even</a:t>
            </a:r>
            <a:r>
              <a:rPr dirty="0" sz="2700" spc="-22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50" spc="-140">
                <a:solidFill>
                  <a:srgbClr val="004AAC"/>
                </a:solidFill>
                <a:latin typeface="Verdana"/>
                <a:cs typeface="Verdana"/>
              </a:rPr>
              <a:t>number</a:t>
            </a:r>
            <a:r>
              <a:rPr dirty="0" sz="2950" spc="-1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50" spc="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10">
                <a:solidFill>
                  <a:srgbClr val="004AAC"/>
                </a:solidFill>
                <a:latin typeface="Verdana"/>
                <a:cs typeface="Verdana"/>
              </a:rPr>
              <a:t>errors</a:t>
            </a:r>
            <a:r>
              <a:rPr dirty="0" sz="270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1034" y="952519"/>
            <a:ext cx="16314419" cy="8382000"/>
            <a:chOff x="1021034" y="952519"/>
            <a:chExt cx="16314419" cy="8382000"/>
          </a:xfrm>
        </p:grpSpPr>
        <p:sp>
          <p:nvSpPr>
            <p:cNvPr id="3" name="object 3"/>
            <p:cNvSpPr/>
            <p:nvPr/>
          </p:nvSpPr>
          <p:spPr>
            <a:xfrm>
              <a:off x="1097234" y="1028719"/>
              <a:ext cx="16162019" cy="8229600"/>
            </a:xfrm>
            <a:custGeom>
              <a:avLst/>
              <a:gdLst/>
              <a:ahLst/>
              <a:cxnLst/>
              <a:rect l="l" t="t" r="r" b="b"/>
              <a:pathLst>
                <a:path w="16162019" h="8229600">
                  <a:moveTo>
                    <a:pt x="0" y="0"/>
                  </a:moveTo>
                  <a:lnTo>
                    <a:pt x="16161989" y="0"/>
                  </a:lnTo>
                  <a:lnTo>
                    <a:pt x="16161989" y="8229560"/>
                  </a:lnTo>
                  <a:lnTo>
                    <a:pt x="0" y="8229560"/>
                  </a:lnTo>
                  <a:lnTo>
                    <a:pt x="0" y="0"/>
                  </a:lnTo>
                  <a:close/>
                </a:path>
              </a:pathLst>
            </a:custGeom>
            <a:ln w="1523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469082" y="2438343"/>
              <a:ext cx="6790690" cy="6819900"/>
            </a:xfrm>
            <a:custGeom>
              <a:avLst/>
              <a:gdLst/>
              <a:ahLst/>
              <a:cxnLst/>
              <a:rect l="l" t="t" r="r" b="b"/>
              <a:pathLst>
                <a:path w="6790690" h="6819900">
                  <a:moveTo>
                    <a:pt x="0" y="0"/>
                  </a:moveTo>
                  <a:lnTo>
                    <a:pt x="6790133" y="0"/>
                  </a:lnTo>
                  <a:lnTo>
                    <a:pt x="6790133" y="6819882"/>
                  </a:lnTo>
                  <a:lnTo>
                    <a:pt x="0" y="6819882"/>
                  </a:lnTo>
                  <a:lnTo>
                    <a:pt x="0" y="0"/>
                  </a:lnTo>
                  <a:close/>
                </a:path>
              </a:pathLst>
            </a:custGeom>
            <a:ln w="1523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361769" y="2439311"/>
              <a:ext cx="3897629" cy="4113529"/>
            </a:xfrm>
            <a:custGeom>
              <a:avLst/>
              <a:gdLst/>
              <a:ahLst/>
              <a:cxnLst/>
              <a:rect l="l" t="t" r="r" b="b"/>
              <a:pathLst>
                <a:path w="3897630" h="4113529">
                  <a:moveTo>
                    <a:pt x="3897304" y="804416"/>
                  </a:moveTo>
                  <a:lnTo>
                    <a:pt x="3682976" y="804416"/>
                  </a:lnTo>
                  <a:lnTo>
                    <a:pt x="3682976" y="71953"/>
                  </a:lnTo>
                  <a:lnTo>
                    <a:pt x="0" y="71953"/>
                  </a:lnTo>
                  <a:lnTo>
                    <a:pt x="0" y="0"/>
                  </a:lnTo>
                  <a:lnTo>
                    <a:pt x="3897304" y="0"/>
                  </a:lnTo>
                  <a:lnTo>
                    <a:pt x="3897304" y="804416"/>
                  </a:lnTo>
                  <a:close/>
                </a:path>
                <a:path w="3897630" h="4113529">
                  <a:moveTo>
                    <a:pt x="3897304" y="4113256"/>
                  </a:moveTo>
                  <a:lnTo>
                    <a:pt x="3825350" y="4113256"/>
                  </a:lnTo>
                  <a:lnTo>
                    <a:pt x="3825350" y="3271434"/>
                  </a:lnTo>
                  <a:lnTo>
                    <a:pt x="3070201" y="2516296"/>
                  </a:lnTo>
                  <a:lnTo>
                    <a:pt x="3070201" y="1023040"/>
                  </a:lnTo>
                  <a:lnTo>
                    <a:pt x="2598888" y="551737"/>
                  </a:lnTo>
                  <a:lnTo>
                    <a:pt x="998700" y="551737"/>
                  </a:lnTo>
                  <a:lnTo>
                    <a:pt x="518926" y="71953"/>
                  </a:lnTo>
                  <a:lnTo>
                    <a:pt x="620678" y="71953"/>
                  </a:lnTo>
                  <a:lnTo>
                    <a:pt x="1028519" y="479783"/>
                  </a:lnTo>
                  <a:lnTo>
                    <a:pt x="2628697" y="479783"/>
                  </a:lnTo>
                  <a:lnTo>
                    <a:pt x="3142155" y="993231"/>
                  </a:lnTo>
                  <a:lnTo>
                    <a:pt x="3142155" y="1089772"/>
                  </a:lnTo>
                  <a:lnTo>
                    <a:pt x="3243917" y="1191534"/>
                  </a:lnTo>
                  <a:lnTo>
                    <a:pt x="3142145" y="1191534"/>
                  </a:lnTo>
                  <a:lnTo>
                    <a:pt x="3142145" y="1434089"/>
                  </a:lnTo>
                  <a:lnTo>
                    <a:pt x="3243881" y="1535830"/>
                  </a:lnTo>
                  <a:lnTo>
                    <a:pt x="3142145" y="1535830"/>
                  </a:lnTo>
                  <a:lnTo>
                    <a:pt x="3142145" y="2486486"/>
                  </a:lnTo>
                  <a:lnTo>
                    <a:pt x="3825340" y="3169692"/>
                  </a:lnTo>
                  <a:lnTo>
                    <a:pt x="3897304" y="3169692"/>
                  </a:lnTo>
                  <a:lnTo>
                    <a:pt x="3897304" y="4113256"/>
                  </a:lnTo>
                  <a:close/>
                </a:path>
                <a:path w="3897630" h="4113529">
                  <a:moveTo>
                    <a:pt x="1214323" y="479783"/>
                  </a:moveTo>
                  <a:lnTo>
                    <a:pt x="1142370" y="479783"/>
                  </a:lnTo>
                  <a:lnTo>
                    <a:pt x="1142370" y="351501"/>
                  </a:lnTo>
                  <a:lnTo>
                    <a:pt x="862821" y="71953"/>
                  </a:lnTo>
                  <a:lnTo>
                    <a:pt x="964573" y="71953"/>
                  </a:lnTo>
                  <a:lnTo>
                    <a:pt x="1214323" y="321702"/>
                  </a:lnTo>
                  <a:lnTo>
                    <a:pt x="1214323" y="479783"/>
                  </a:lnTo>
                  <a:close/>
                </a:path>
                <a:path w="3897630" h="4113529">
                  <a:moveTo>
                    <a:pt x="3897304" y="1442898"/>
                  </a:moveTo>
                  <a:lnTo>
                    <a:pt x="3495281" y="1442898"/>
                  </a:lnTo>
                  <a:lnTo>
                    <a:pt x="3495281" y="1312529"/>
                  </a:lnTo>
                  <a:lnTo>
                    <a:pt x="3626996" y="1180803"/>
                  </a:lnTo>
                  <a:lnTo>
                    <a:pt x="2760433" y="314250"/>
                  </a:lnTo>
                  <a:lnTo>
                    <a:pt x="1551578" y="314250"/>
                  </a:lnTo>
                  <a:lnTo>
                    <a:pt x="1309281" y="71953"/>
                  </a:lnTo>
                  <a:lnTo>
                    <a:pt x="1411043" y="71953"/>
                  </a:lnTo>
                  <a:lnTo>
                    <a:pt x="1581397" y="242297"/>
                  </a:lnTo>
                  <a:lnTo>
                    <a:pt x="2790252" y="242297"/>
                  </a:lnTo>
                  <a:lnTo>
                    <a:pt x="3677877" y="1129932"/>
                  </a:lnTo>
                  <a:lnTo>
                    <a:pt x="3897304" y="1129932"/>
                  </a:lnTo>
                  <a:lnTo>
                    <a:pt x="3897304" y="1442898"/>
                  </a:lnTo>
                  <a:close/>
                </a:path>
                <a:path w="3897630" h="4113529">
                  <a:moveTo>
                    <a:pt x="3897304" y="1129932"/>
                  </a:moveTo>
                  <a:lnTo>
                    <a:pt x="3677877" y="1129932"/>
                  </a:lnTo>
                  <a:lnTo>
                    <a:pt x="3682976" y="1124834"/>
                  </a:lnTo>
                  <a:lnTo>
                    <a:pt x="3682976" y="906168"/>
                  </a:lnTo>
                  <a:lnTo>
                    <a:pt x="3277653" y="500845"/>
                  </a:lnTo>
                  <a:lnTo>
                    <a:pt x="3277653" y="286969"/>
                  </a:lnTo>
                  <a:lnTo>
                    <a:pt x="3062636" y="71953"/>
                  </a:lnTo>
                  <a:lnTo>
                    <a:pt x="3164388" y="71953"/>
                  </a:lnTo>
                  <a:lnTo>
                    <a:pt x="3349606" y="257171"/>
                  </a:lnTo>
                  <a:lnTo>
                    <a:pt x="3349606" y="471046"/>
                  </a:lnTo>
                  <a:lnTo>
                    <a:pt x="3682976" y="804416"/>
                  </a:lnTo>
                  <a:lnTo>
                    <a:pt x="3897304" y="804416"/>
                  </a:lnTo>
                  <a:lnTo>
                    <a:pt x="3897304" y="1129932"/>
                  </a:lnTo>
                  <a:close/>
                </a:path>
                <a:path w="3897630" h="4113529">
                  <a:moveTo>
                    <a:pt x="3897304" y="2272251"/>
                  </a:moveTo>
                  <a:lnTo>
                    <a:pt x="3495271" y="2272251"/>
                  </a:lnTo>
                  <a:lnTo>
                    <a:pt x="3495271" y="1544660"/>
                  </a:lnTo>
                  <a:lnTo>
                    <a:pt x="3142145" y="1191534"/>
                  </a:lnTo>
                  <a:lnTo>
                    <a:pt x="3243917" y="1191534"/>
                  </a:lnTo>
                  <a:lnTo>
                    <a:pt x="3495281" y="1442898"/>
                  </a:lnTo>
                  <a:lnTo>
                    <a:pt x="3897304" y="1442898"/>
                  </a:lnTo>
                  <a:lnTo>
                    <a:pt x="3897304" y="2272251"/>
                  </a:lnTo>
                  <a:close/>
                </a:path>
                <a:path w="3897630" h="4113529">
                  <a:moveTo>
                    <a:pt x="3897304" y="3169692"/>
                  </a:moveTo>
                  <a:lnTo>
                    <a:pt x="3825340" y="3169692"/>
                  </a:lnTo>
                  <a:lnTo>
                    <a:pt x="3825340" y="2826290"/>
                  </a:lnTo>
                  <a:lnTo>
                    <a:pt x="3495280" y="2503046"/>
                  </a:lnTo>
                  <a:lnTo>
                    <a:pt x="3495280" y="2374003"/>
                  </a:lnTo>
                  <a:lnTo>
                    <a:pt x="3263838" y="2142571"/>
                  </a:lnTo>
                  <a:lnTo>
                    <a:pt x="3263838" y="1657534"/>
                  </a:lnTo>
                  <a:lnTo>
                    <a:pt x="3142145" y="1535830"/>
                  </a:lnTo>
                  <a:lnTo>
                    <a:pt x="3243881" y="1535830"/>
                  </a:lnTo>
                  <a:lnTo>
                    <a:pt x="3335781" y="1627736"/>
                  </a:lnTo>
                  <a:lnTo>
                    <a:pt x="3335781" y="2112762"/>
                  </a:lnTo>
                  <a:lnTo>
                    <a:pt x="3495271" y="2272251"/>
                  </a:lnTo>
                  <a:lnTo>
                    <a:pt x="3897304" y="2272251"/>
                  </a:lnTo>
                  <a:lnTo>
                    <a:pt x="3897304" y="3169692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021313" y="1261124"/>
            <a:ext cx="7865745" cy="10515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65"/>
              <a:t>WORKING</a:t>
            </a:r>
            <a:r>
              <a:rPr dirty="0" spc="-1420"/>
              <a:t> </a:t>
            </a:r>
            <a:r>
              <a:rPr dirty="0" spc="-30"/>
              <a:t>PRINCIPLE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74700" y="2438334"/>
            <a:ext cx="11275060" cy="4608195"/>
            <a:chOff x="1074700" y="2438334"/>
            <a:chExt cx="11275060" cy="4608195"/>
          </a:xfrm>
        </p:grpSpPr>
        <p:sp>
          <p:nvSpPr>
            <p:cNvPr id="8" name="object 8"/>
            <p:cNvSpPr/>
            <p:nvPr/>
          </p:nvSpPr>
          <p:spPr>
            <a:xfrm>
              <a:off x="1074700" y="2476434"/>
              <a:ext cx="11275060" cy="0"/>
            </a:xfrm>
            <a:custGeom>
              <a:avLst/>
              <a:gdLst/>
              <a:ahLst/>
              <a:cxnLst/>
              <a:rect l="l" t="t" r="r" b="b"/>
              <a:pathLst>
                <a:path w="11275060" h="0">
                  <a:moveTo>
                    <a:pt x="0" y="0"/>
                  </a:moveTo>
                  <a:lnTo>
                    <a:pt x="11274766" y="0"/>
                  </a:lnTo>
                </a:path>
              </a:pathLst>
            </a:custGeom>
            <a:ln w="761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463" y="2972497"/>
              <a:ext cx="123438" cy="1234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463" y="3960003"/>
              <a:ext cx="123438" cy="1234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463" y="4947510"/>
              <a:ext cx="123438" cy="1234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463" y="5935016"/>
              <a:ext cx="123438" cy="1234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463" y="6428769"/>
              <a:ext cx="123438" cy="12343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0463" y="6922523"/>
              <a:ext cx="123438" cy="12343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1306195">
              <a:lnSpc>
                <a:spcPct val="100699"/>
              </a:lnSpc>
              <a:spcBef>
                <a:spcPts val="85"/>
              </a:spcBef>
            </a:pPr>
            <a:r>
              <a:rPr dirty="0" spc="-365"/>
              <a:t>XOR</a:t>
            </a:r>
            <a:r>
              <a:rPr dirty="0" spc="-30"/>
              <a:t> </a:t>
            </a:r>
            <a:r>
              <a:rPr dirty="0" spc="-210"/>
              <a:t>gates</a:t>
            </a:r>
            <a:r>
              <a:rPr dirty="0" spc="-75"/>
              <a:t> </a:t>
            </a:r>
            <a:r>
              <a:rPr dirty="0" spc="-180"/>
              <a:t>generate</a:t>
            </a:r>
            <a:r>
              <a:rPr dirty="0" spc="-100"/>
              <a:t> </a:t>
            </a:r>
            <a:r>
              <a:rPr dirty="0" spc="-270"/>
              <a:t>a</a:t>
            </a:r>
            <a:r>
              <a:rPr dirty="0" spc="-25"/>
              <a:t> </a:t>
            </a:r>
            <a:r>
              <a:rPr dirty="0" sz="3300" spc="-235" b="1">
                <a:latin typeface="Verdana"/>
                <a:cs typeface="Verdana"/>
              </a:rPr>
              <a:t>parity</a:t>
            </a:r>
            <a:r>
              <a:rPr dirty="0" sz="3300" spc="-260" b="1">
                <a:latin typeface="Verdana"/>
                <a:cs typeface="Verdana"/>
              </a:rPr>
              <a:t> </a:t>
            </a:r>
            <a:r>
              <a:rPr dirty="0" sz="3300" spc="-200" b="1">
                <a:latin typeface="Verdana"/>
                <a:cs typeface="Verdana"/>
              </a:rPr>
              <a:t>bit</a:t>
            </a:r>
            <a:r>
              <a:rPr dirty="0" sz="3300" spc="-80" b="1">
                <a:latin typeface="Verdana"/>
                <a:cs typeface="Verdana"/>
              </a:rPr>
              <a:t> </a:t>
            </a:r>
            <a:r>
              <a:rPr dirty="0" spc="-100"/>
              <a:t>at</a:t>
            </a:r>
            <a:r>
              <a:rPr dirty="0" spc="-95"/>
              <a:t> </a:t>
            </a:r>
            <a:r>
              <a:rPr dirty="0" spc="-60"/>
              <a:t>the </a:t>
            </a:r>
            <a:r>
              <a:rPr dirty="0" spc="-50"/>
              <a:t>transmitter</a:t>
            </a:r>
            <a:r>
              <a:rPr dirty="0" sz="3100" spc="-50"/>
              <a:t>.</a:t>
            </a:r>
            <a:endParaRPr sz="3100">
              <a:latin typeface="Verdana"/>
              <a:cs typeface="Verdana"/>
            </a:endParaRPr>
          </a:p>
          <a:p>
            <a:pPr marL="12700" marR="5080">
              <a:lnSpc>
                <a:spcPct val="101200"/>
              </a:lnSpc>
              <a:spcBef>
                <a:spcPts val="5"/>
              </a:spcBef>
            </a:pPr>
            <a:r>
              <a:rPr dirty="0" spc="-180"/>
              <a:t>The</a:t>
            </a:r>
            <a:r>
              <a:rPr dirty="0" spc="-105"/>
              <a:t> </a:t>
            </a:r>
            <a:r>
              <a:rPr dirty="0" spc="-60"/>
              <a:t>parity</a:t>
            </a:r>
            <a:r>
              <a:rPr dirty="0" spc="-220"/>
              <a:t> </a:t>
            </a:r>
            <a:r>
              <a:rPr dirty="0"/>
              <a:t>bit</a:t>
            </a:r>
            <a:r>
              <a:rPr dirty="0" spc="-280"/>
              <a:t> </a:t>
            </a:r>
            <a:r>
              <a:rPr dirty="0" spc="-80"/>
              <a:t>ensures</a:t>
            </a:r>
            <a:r>
              <a:rPr dirty="0" spc="-195"/>
              <a:t> </a:t>
            </a:r>
            <a:r>
              <a:rPr dirty="0" spc="-65"/>
              <a:t>that</a:t>
            </a:r>
            <a:r>
              <a:rPr dirty="0" spc="-150"/>
              <a:t> </a:t>
            </a:r>
            <a:r>
              <a:rPr dirty="0" spc="-20"/>
              <a:t>the</a:t>
            </a:r>
            <a:r>
              <a:rPr dirty="0" spc="-155"/>
              <a:t> </a:t>
            </a:r>
            <a:r>
              <a:rPr dirty="0" spc="-40"/>
              <a:t>total</a:t>
            </a:r>
            <a:r>
              <a:rPr dirty="0" spc="-135"/>
              <a:t> </a:t>
            </a:r>
            <a:r>
              <a:rPr dirty="0" spc="-100"/>
              <a:t>number </a:t>
            </a:r>
            <a:r>
              <a:rPr dirty="0" spc="65"/>
              <a:t>of</a:t>
            </a:r>
            <a:r>
              <a:rPr dirty="0" spc="-229"/>
              <a:t> </a:t>
            </a:r>
            <a:r>
              <a:rPr dirty="0" sz="3100" spc="-545"/>
              <a:t>1</a:t>
            </a:r>
            <a:r>
              <a:rPr dirty="0" spc="-545"/>
              <a:t>s</a:t>
            </a:r>
            <a:r>
              <a:rPr dirty="0" spc="125"/>
              <a:t> </a:t>
            </a:r>
            <a:r>
              <a:rPr dirty="0"/>
              <a:t>is</a:t>
            </a:r>
            <a:r>
              <a:rPr dirty="0" spc="114"/>
              <a:t> </a:t>
            </a:r>
            <a:r>
              <a:rPr dirty="0" spc="-190"/>
              <a:t>even</a:t>
            </a:r>
            <a:r>
              <a:rPr dirty="0"/>
              <a:t> or</a:t>
            </a:r>
            <a:r>
              <a:rPr dirty="0" spc="-35"/>
              <a:t> </a:t>
            </a:r>
            <a:r>
              <a:rPr dirty="0" spc="-275"/>
              <a:t>odd</a:t>
            </a:r>
            <a:r>
              <a:rPr dirty="0" sz="3100" spc="-275"/>
              <a:t>.</a:t>
            </a:r>
            <a:endParaRPr sz="3100"/>
          </a:p>
          <a:p>
            <a:pPr marL="12700" marR="10795">
              <a:lnSpc>
                <a:spcPct val="101200"/>
              </a:lnSpc>
            </a:pPr>
            <a:r>
              <a:rPr dirty="0"/>
              <a:t>At</a:t>
            </a:r>
            <a:r>
              <a:rPr dirty="0" spc="-265"/>
              <a:t> </a:t>
            </a:r>
            <a:r>
              <a:rPr dirty="0" spc="-20"/>
              <a:t>the</a:t>
            </a:r>
            <a:r>
              <a:rPr dirty="0" spc="-60"/>
              <a:t> </a:t>
            </a:r>
            <a:r>
              <a:rPr dirty="0" spc="-125"/>
              <a:t>receiver</a:t>
            </a:r>
            <a:r>
              <a:rPr dirty="0" sz="3100" spc="-125"/>
              <a:t>,</a:t>
            </a:r>
            <a:r>
              <a:rPr dirty="0" sz="3100" spc="-65"/>
              <a:t> </a:t>
            </a:r>
            <a:r>
              <a:rPr dirty="0" spc="-365"/>
              <a:t>XOR</a:t>
            </a:r>
            <a:r>
              <a:rPr dirty="0" spc="-30"/>
              <a:t> </a:t>
            </a:r>
            <a:r>
              <a:rPr dirty="0" spc="-210"/>
              <a:t>gates</a:t>
            </a:r>
            <a:r>
              <a:rPr dirty="0" spc="-50"/>
              <a:t> </a:t>
            </a:r>
            <a:r>
              <a:rPr dirty="0" spc="-100"/>
              <a:t>check</a:t>
            </a:r>
            <a:r>
              <a:rPr dirty="0" spc="-180"/>
              <a:t> </a:t>
            </a:r>
            <a:r>
              <a:rPr dirty="0"/>
              <a:t>all</a:t>
            </a:r>
            <a:r>
              <a:rPr dirty="0" spc="-35"/>
              <a:t> </a:t>
            </a:r>
            <a:r>
              <a:rPr dirty="0" spc="-95"/>
              <a:t>received </a:t>
            </a:r>
            <a:r>
              <a:rPr dirty="0" spc="-75"/>
              <a:t>bits</a:t>
            </a:r>
            <a:r>
              <a:rPr dirty="0" sz="3100" spc="-75"/>
              <a:t>,</a:t>
            </a:r>
            <a:r>
              <a:rPr dirty="0" sz="3100" spc="-160"/>
              <a:t> </a:t>
            </a:r>
            <a:r>
              <a:rPr dirty="0"/>
              <a:t>including</a:t>
            </a:r>
            <a:r>
              <a:rPr dirty="0" spc="-170"/>
              <a:t> </a:t>
            </a:r>
            <a:r>
              <a:rPr dirty="0" spc="-20"/>
              <a:t>the</a:t>
            </a:r>
            <a:r>
              <a:rPr dirty="0" spc="-110"/>
              <a:t> </a:t>
            </a:r>
            <a:r>
              <a:rPr dirty="0" spc="-60"/>
              <a:t>parity</a:t>
            </a:r>
            <a:r>
              <a:rPr dirty="0" spc="-225"/>
              <a:t> </a:t>
            </a:r>
            <a:r>
              <a:rPr dirty="0" spc="-20"/>
              <a:t>bit</a:t>
            </a:r>
            <a:r>
              <a:rPr dirty="0" sz="3100" spc="-20"/>
              <a:t>.</a:t>
            </a:r>
            <a:endParaRPr sz="3100"/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pc="-120"/>
              <a:t>Output</a:t>
            </a:r>
            <a:r>
              <a:rPr dirty="0" spc="-165"/>
              <a:t> </a:t>
            </a:r>
            <a:r>
              <a:rPr dirty="0" sz="3100" spc="-495"/>
              <a:t>0:</a:t>
            </a:r>
            <a:r>
              <a:rPr dirty="0" sz="3100" spc="225"/>
              <a:t> </a:t>
            </a:r>
            <a:r>
              <a:rPr dirty="0"/>
              <a:t>no</a:t>
            </a:r>
            <a:r>
              <a:rPr dirty="0" spc="-60"/>
              <a:t> </a:t>
            </a:r>
            <a:r>
              <a:rPr dirty="0"/>
              <a:t>error</a:t>
            </a:r>
            <a:r>
              <a:rPr dirty="0" spc="-165"/>
              <a:t> </a:t>
            </a:r>
            <a:r>
              <a:rPr dirty="0" spc="-90"/>
              <a:t>detected</a:t>
            </a:r>
            <a:r>
              <a:rPr dirty="0" sz="3100" spc="-90"/>
              <a:t>.</a:t>
            </a:r>
            <a:endParaRPr sz="3100"/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pc="-120"/>
              <a:t>Output</a:t>
            </a:r>
            <a:r>
              <a:rPr dirty="0" spc="-50"/>
              <a:t> </a:t>
            </a:r>
            <a:r>
              <a:rPr dirty="0" sz="3100" spc="-810"/>
              <a:t>1:</a:t>
            </a:r>
            <a:r>
              <a:rPr dirty="0" sz="3100" spc="254"/>
              <a:t> </a:t>
            </a:r>
            <a:r>
              <a:rPr dirty="0" spc="-90"/>
              <a:t>an</a:t>
            </a:r>
            <a:r>
              <a:rPr dirty="0" spc="-65"/>
              <a:t> </a:t>
            </a:r>
            <a:r>
              <a:rPr dirty="0"/>
              <a:t>error</a:t>
            </a:r>
            <a:r>
              <a:rPr dirty="0" spc="-100"/>
              <a:t> </a:t>
            </a:r>
            <a:r>
              <a:rPr dirty="0"/>
              <a:t>is</a:t>
            </a:r>
            <a:r>
              <a:rPr dirty="0" spc="45"/>
              <a:t> </a:t>
            </a:r>
            <a:r>
              <a:rPr dirty="0" spc="-85"/>
              <a:t>detected</a:t>
            </a:r>
            <a:r>
              <a:rPr dirty="0" sz="3100" spc="-85"/>
              <a:t>.</a:t>
            </a:r>
            <a:endParaRPr sz="3100"/>
          </a:p>
          <a:p>
            <a:pPr marL="12700" marR="111125">
              <a:lnSpc>
                <a:spcPct val="101200"/>
              </a:lnSpc>
            </a:pPr>
            <a:r>
              <a:rPr dirty="0" spc="-40"/>
              <a:t>Parity</a:t>
            </a:r>
            <a:r>
              <a:rPr dirty="0" spc="-245"/>
              <a:t> </a:t>
            </a:r>
            <a:r>
              <a:rPr dirty="0" spc="-120"/>
              <a:t>detects </a:t>
            </a:r>
            <a:r>
              <a:rPr dirty="0" spc="-75"/>
              <a:t>single</a:t>
            </a:r>
            <a:r>
              <a:rPr dirty="0" sz="3100" spc="-75"/>
              <a:t>-</a:t>
            </a:r>
            <a:r>
              <a:rPr dirty="0"/>
              <a:t>bit</a:t>
            </a:r>
            <a:r>
              <a:rPr dirty="0" spc="-75"/>
              <a:t> </a:t>
            </a:r>
            <a:r>
              <a:rPr dirty="0" spc="-130"/>
              <a:t>and</a:t>
            </a:r>
            <a:r>
              <a:rPr dirty="0" spc="-155"/>
              <a:t> </a:t>
            </a:r>
            <a:r>
              <a:rPr dirty="0" spc="-40"/>
              <a:t>other</a:t>
            </a:r>
            <a:r>
              <a:rPr dirty="0" spc="-195"/>
              <a:t> </a:t>
            </a:r>
            <a:r>
              <a:rPr dirty="0" spc="-20"/>
              <a:t>odd</a:t>
            </a:r>
            <a:r>
              <a:rPr dirty="0" sz="3100" spc="-20"/>
              <a:t>-</a:t>
            </a:r>
            <a:r>
              <a:rPr dirty="0" spc="-135"/>
              <a:t>number</a:t>
            </a:r>
            <a:r>
              <a:rPr dirty="0" spc="-150"/>
              <a:t> </a:t>
            </a:r>
            <a:r>
              <a:rPr dirty="0"/>
              <a:t>bit</a:t>
            </a:r>
            <a:r>
              <a:rPr dirty="0" spc="-175"/>
              <a:t> </a:t>
            </a:r>
            <a:r>
              <a:rPr dirty="0" spc="-25"/>
              <a:t>errors</a:t>
            </a:r>
            <a:r>
              <a:rPr dirty="0" sz="3100" spc="-25"/>
              <a:t>,</a:t>
            </a:r>
            <a:r>
              <a:rPr dirty="0" sz="3100" spc="-70"/>
              <a:t> </a:t>
            </a:r>
            <a:r>
              <a:rPr dirty="0" spc="-35"/>
              <a:t>but</a:t>
            </a:r>
            <a:r>
              <a:rPr dirty="0" spc="-105"/>
              <a:t> </a:t>
            </a:r>
            <a:r>
              <a:rPr dirty="0"/>
              <a:t>it</a:t>
            </a:r>
            <a:r>
              <a:rPr dirty="0" spc="-100"/>
              <a:t> </a:t>
            </a:r>
            <a:r>
              <a:rPr dirty="0" spc="-105"/>
              <a:t>cannot</a:t>
            </a:r>
            <a:r>
              <a:rPr dirty="0" spc="-100"/>
              <a:t> </a:t>
            </a:r>
            <a:r>
              <a:rPr dirty="0" spc="-10"/>
              <a:t>correct </a:t>
            </a:r>
            <a:r>
              <a:rPr dirty="0"/>
              <a:t>errors</a:t>
            </a:r>
            <a:r>
              <a:rPr dirty="0" spc="-10"/>
              <a:t> </a:t>
            </a:r>
            <a:r>
              <a:rPr dirty="0"/>
              <a:t>or</a:t>
            </a:r>
            <a:r>
              <a:rPr dirty="0" spc="-140"/>
              <a:t> </a:t>
            </a:r>
            <a:r>
              <a:rPr dirty="0" spc="-120"/>
              <a:t>detect</a:t>
            </a:r>
            <a:r>
              <a:rPr dirty="0" spc="-15"/>
              <a:t> </a:t>
            </a:r>
            <a:r>
              <a:rPr dirty="0"/>
              <a:t>all</a:t>
            </a:r>
            <a:r>
              <a:rPr dirty="0" spc="5"/>
              <a:t> </a:t>
            </a:r>
            <a:r>
              <a:rPr dirty="0" spc="-240"/>
              <a:t>even</a:t>
            </a:r>
            <a:r>
              <a:rPr dirty="0" sz="3100" spc="-240"/>
              <a:t>-</a:t>
            </a:r>
            <a:r>
              <a:rPr dirty="0" spc="-135"/>
              <a:t>number</a:t>
            </a:r>
            <a:r>
              <a:rPr dirty="0" spc="-140"/>
              <a:t> </a:t>
            </a:r>
            <a:r>
              <a:rPr dirty="0"/>
              <a:t>bit</a:t>
            </a:r>
            <a:r>
              <a:rPr dirty="0" spc="-15"/>
              <a:t> </a:t>
            </a:r>
            <a:r>
              <a:rPr dirty="0" spc="-35"/>
              <a:t>errors</a:t>
            </a:r>
            <a:r>
              <a:rPr dirty="0" sz="3100" spc="-35"/>
              <a:t>.</a:t>
            </a:r>
            <a:endParaRPr sz="3100"/>
          </a:p>
        </p:txBody>
      </p:sp>
      <p:sp>
        <p:nvSpPr>
          <p:cNvPr id="16" name="object 16"/>
          <p:cNvSpPr txBox="1"/>
          <p:nvPr/>
        </p:nvSpPr>
        <p:spPr>
          <a:xfrm>
            <a:off x="11003387" y="2563375"/>
            <a:ext cx="3655060" cy="6472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345">
                <a:solidFill>
                  <a:srgbClr val="004AAC"/>
                </a:solidFill>
                <a:latin typeface="Verdana"/>
                <a:cs typeface="Verdana"/>
              </a:rPr>
              <a:t>[4-</a:t>
            </a:r>
            <a:r>
              <a:rPr dirty="0" sz="26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650" spc="-1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370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550" spc="-370">
                <a:solidFill>
                  <a:srgbClr val="004AAC"/>
                </a:solidFill>
                <a:latin typeface="Verdana"/>
                <a:cs typeface="Verdana"/>
              </a:rPr>
              <a:t>]</a:t>
            </a:r>
            <a:endParaRPr sz="2550">
              <a:latin typeface="Verdana"/>
              <a:cs typeface="Verdana"/>
            </a:endParaRPr>
          </a:p>
          <a:p>
            <a:pPr marL="871219">
              <a:lnSpc>
                <a:spcPct val="100000"/>
              </a:lnSpc>
              <a:spcBef>
                <a:spcPts val="45"/>
              </a:spcBef>
            </a:pPr>
            <a:r>
              <a:rPr dirty="0" sz="2600" spc="-1455">
                <a:solidFill>
                  <a:srgbClr val="004AAC"/>
                </a:solidFill>
                <a:latin typeface="Lucida Sans Unicode"/>
                <a:cs typeface="Lucida Sans Unicode"/>
              </a:rPr>
              <a:t>│</a:t>
            </a:r>
            <a:endParaRPr sz="2600">
              <a:latin typeface="Lucida Sans Unicode"/>
              <a:cs typeface="Lucida Sans Unicode"/>
            </a:endParaRPr>
          </a:p>
          <a:p>
            <a:pPr marL="871219">
              <a:lnSpc>
                <a:spcPct val="100000"/>
              </a:lnSpc>
              <a:spcBef>
                <a:spcPts val="50"/>
              </a:spcBef>
            </a:pPr>
            <a:r>
              <a:rPr dirty="0" sz="2600" spc="320">
                <a:solidFill>
                  <a:srgbClr val="004AAC"/>
                </a:solidFill>
                <a:latin typeface="Lucida Sans Unicode"/>
                <a:cs typeface="Lucida Sans Unicode"/>
              </a:rPr>
              <a:t>▼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550" spc="-360">
                <a:solidFill>
                  <a:srgbClr val="004AAC"/>
                </a:solidFill>
                <a:latin typeface="Verdana"/>
                <a:cs typeface="Verdana"/>
              </a:rPr>
              <a:t>[</a:t>
            </a:r>
            <a:r>
              <a:rPr dirty="0" sz="2650" spc="-360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650" spc="-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65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650" spc="-11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120">
                <a:solidFill>
                  <a:srgbClr val="004AAC"/>
                </a:solidFill>
                <a:latin typeface="Verdana"/>
                <a:cs typeface="Verdana"/>
              </a:rPr>
              <a:t>Generator</a:t>
            </a:r>
            <a:r>
              <a:rPr dirty="0" sz="2550" spc="-120">
                <a:solidFill>
                  <a:srgbClr val="004AAC"/>
                </a:solidFill>
                <a:latin typeface="Verdana"/>
                <a:cs typeface="Verdana"/>
              </a:rPr>
              <a:t>]</a:t>
            </a:r>
            <a:endParaRPr sz="2550">
              <a:latin typeface="Verdana"/>
              <a:cs typeface="Verdana"/>
            </a:endParaRPr>
          </a:p>
          <a:p>
            <a:pPr marL="871219">
              <a:lnSpc>
                <a:spcPct val="100000"/>
              </a:lnSpc>
              <a:spcBef>
                <a:spcPts val="40"/>
              </a:spcBef>
            </a:pPr>
            <a:r>
              <a:rPr dirty="0" sz="2600" spc="-1455">
                <a:solidFill>
                  <a:srgbClr val="004AAC"/>
                </a:solidFill>
                <a:latin typeface="Lucida Sans Unicode"/>
                <a:cs typeface="Lucida Sans Unicode"/>
              </a:rPr>
              <a:t>│</a:t>
            </a:r>
            <a:endParaRPr sz="2600">
              <a:latin typeface="Lucida Sans Unicode"/>
              <a:cs typeface="Lucida Sans Unicode"/>
            </a:endParaRPr>
          </a:p>
          <a:p>
            <a:pPr marL="871219">
              <a:lnSpc>
                <a:spcPct val="100000"/>
              </a:lnSpc>
              <a:spcBef>
                <a:spcPts val="55"/>
              </a:spcBef>
            </a:pPr>
            <a:r>
              <a:rPr dirty="0" sz="2600" spc="320">
                <a:solidFill>
                  <a:srgbClr val="004AAC"/>
                </a:solidFill>
                <a:latin typeface="Lucida Sans Unicode"/>
                <a:cs typeface="Lucida Sans Unicode"/>
              </a:rPr>
              <a:t>▼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550" spc="-310">
                <a:solidFill>
                  <a:srgbClr val="004AAC"/>
                </a:solidFill>
                <a:latin typeface="Verdana"/>
                <a:cs typeface="Verdana"/>
              </a:rPr>
              <a:t>[</a:t>
            </a:r>
            <a:r>
              <a:rPr dirty="0" sz="2650" spc="-310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650" spc="-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550" spc="-1005">
                <a:solidFill>
                  <a:srgbClr val="004AAC"/>
                </a:solidFill>
                <a:latin typeface="Verdana"/>
                <a:cs typeface="Verdana"/>
              </a:rPr>
              <a:t>+</a:t>
            </a:r>
            <a:r>
              <a:rPr dirty="0" sz="2550" spc="13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65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650" spc="-1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2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550" spc="-20">
                <a:solidFill>
                  <a:srgbClr val="004AAC"/>
                </a:solidFill>
                <a:latin typeface="Verdana"/>
                <a:cs typeface="Verdana"/>
              </a:rPr>
              <a:t>]</a:t>
            </a:r>
            <a:endParaRPr sz="2550">
              <a:latin typeface="Verdana"/>
              <a:cs typeface="Verdana"/>
            </a:endParaRPr>
          </a:p>
          <a:p>
            <a:pPr marL="871219">
              <a:lnSpc>
                <a:spcPct val="100000"/>
              </a:lnSpc>
              <a:spcBef>
                <a:spcPts val="45"/>
              </a:spcBef>
            </a:pPr>
            <a:r>
              <a:rPr dirty="0" sz="2600" spc="-1455">
                <a:solidFill>
                  <a:srgbClr val="004AAC"/>
                </a:solidFill>
                <a:latin typeface="Lucida Sans Unicode"/>
                <a:cs typeface="Lucida Sans Unicode"/>
              </a:rPr>
              <a:t>│</a:t>
            </a:r>
            <a:endParaRPr sz="2600">
              <a:latin typeface="Lucida Sans Unicode"/>
              <a:cs typeface="Lucida Sans Unicode"/>
            </a:endParaRPr>
          </a:p>
          <a:p>
            <a:pPr marL="871219">
              <a:lnSpc>
                <a:spcPct val="100000"/>
              </a:lnSpc>
              <a:spcBef>
                <a:spcPts val="55"/>
              </a:spcBef>
            </a:pPr>
            <a:r>
              <a:rPr dirty="0" sz="2600" spc="320">
                <a:solidFill>
                  <a:srgbClr val="004AAC"/>
                </a:solidFill>
                <a:latin typeface="Lucida Sans Unicode"/>
                <a:cs typeface="Lucida Sans Unicode"/>
              </a:rPr>
              <a:t>▼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550" spc="-120">
                <a:solidFill>
                  <a:srgbClr val="004AAC"/>
                </a:solidFill>
                <a:latin typeface="Verdana"/>
                <a:cs typeface="Verdana"/>
              </a:rPr>
              <a:t>[</a:t>
            </a:r>
            <a:r>
              <a:rPr dirty="0" sz="2650" spc="-120">
                <a:solidFill>
                  <a:srgbClr val="004AAC"/>
                </a:solidFill>
                <a:latin typeface="Verdana"/>
                <a:cs typeface="Verdana"/>
              </a:rPr>
              <a:t>Transmission</a:t>
            </a:r>
            <a:r>
              <a:rPr dirty="0" sz="26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170">
                <a:solidFill>
                  <a:srgbClr val="004AAC"/>
                </a:solidFill>
                <a:latin typeface="Verdana"/>
                <a:cs typeface="Verdana"/>
              </a:rPr>
              <a:t>Channel</a:t>
            </a:r>
            <a:r>
              <a:rPr dirty="0" sz="2550" spc="-170">
                <a:solidFill>
                  <a:srgbClr val="004AAC"/>
                </a:solidFill>
                <a:latin typeface="Verdana"/>
                <a:cs typeface="Verdana"/>
              </a:rPr>
              <a:t>]</a:t>
            </a:r>
            <a:endParaRPr sz="2550">
              <a:latin typeface="Verdana"/>
              <a:cs typeface="Verdana"/>
            </a:endParaRPr>
          </a:p>
          <a:p>
            <a:pPr marL="871219">
              <a:lnSpc>
                <a:spcPct val="100000"/>
              </a:lnSpc>
              <a:spcBef>
                <a:spcPts val="45"/>
              </a:spcBef>
            </a:pPr>
            <a:r>
              <a:rPr dirty="0" sz="2600" spc="-1455">
                <a:solidFill>
                  <a:srgbClr val="004AAC"/>
                </a:solidFill>
                <a:latin typeface="Lucida Sans Unicode"/>
                <a:cs typeface="Lucida Sans Unicode"/>
              </a:rPr>
              <a:t>│</a:t>
            </a:r>
            <a:endParaRPr sz="2600">
              <a:latin typeface="Lucida Sans Unicode"/>
              <a:cs typeface="Lucida Sans Unicode"/>
            </a:endParaRPr>
          </a:p>
          <a:p>
            <a:pPr marL="871219">
              <a:lnSpc>
                <a:spcPct val="100000"/>
              </a:lnSpc>
              <a:spcBef>
                <a:spcPts val="50"/>
              </a:spcBef>
            </a:pPr>
            <a:r>
              <a:rPr dirty="0" sz="2600" spc="320">
                <a:solidFill>
                  <a:srgbClr val="004AAC"/>
                </a:solidFill>
                <a:latin typeface="Lucida Sans Unicode"/>
                <a:cs typeface="Lucida Sans Unicode"/>
              </a:rPr>
              <a:t>▼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550" spc="-360">
                <a:solidFill>
                  <a:srgbClr val="004AAC"/>
                </a:solidFill>
                <a:latin typeface="Verdana"/>
                <a:cs typeface="Verdana"/>
              </a:rPr>
              <a:t>[</a:t>
            </a:r>
            <a:r>
              <a:rPr dirty="0" sz="2650" spc="-360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650" spc="-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65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650" spc="-11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95">
                <a:solidFill>
                  <a:srgbClr val="004AAC"/>
                </a:solidFill>
                <a:latin typeface="Verdana"/>
                <a:cs typeface="Verdana"/>
              </a:rPr>
              <a:t>Checker</a:t>
            </a:r>
            <a:r>
              <a:rPr dirty="0" sz="2550" spc="-95">
                <a:solidFill>
                  <a:srgbClr val="004AAC"/>
                </a:solidFill>
                <a:latin typeface="Verdana"/>
                <a:cs typeface="Verdana"/>
              </a:rPr>
              <a:t>]</a:t>
            </a:r>
            <a:endParaRPr sz="2550">
              <a:latin typeface="Verdana"/>
              <a:cs typeface="Verdana"/>
            </a:endParaRPr>
          </a:p>
          <a:p>
            <a:pPr marL="871219">
              <a:lnSpc>
                <a:spcPct val="100000"/>
              </a:lnSpc>
              <a:spcBef>
                <a:spcPts val="40"/>
              </a:spcBef>
            </a:pPr>
            <a:r>
              <a:rPr dirty="0" sz="2600" spc="-1455">
                <a:solidFill>
                  <a:srgbClr val="004AAC"/>
                </a:solidFill>
                <a:latin typeface="Lucida Sans Unicode"/>
                <a:cs typeface="Lucida Sans Unicode"/>
              </a:rPr>
              <a:t>│</a:t>
            </a:r>
            <a:endParaRPr sz="2600">
              <a:latin typeface="Lucida Sans Unicode"/>
              <a:cs typeface="Lucida Sans Unicode"/>
            </a:endParaRPr>
          </a:p>
          <a:p>
            <a:pPr marL="871219">
              <a:lnSpc>
                <a:spcPct val="100000"/>
              </a:lnSpc>
              <a:spcBef>
                <a:spcPts val="55"/>
              </a:spcBef>
            </a:pPr>
            <a:r>
              <a:rPr dirty="0" sz="2600" spc="320">
                <a:solidFill>
                  <a:srgbClr val="004AAC"/>
                </a:solidFill>
                <a:latin typeface="Lucida Sans Unicode"/>
                <a:cs typeface="Lucida Sans Unicode"/>
              </a:rPr>
              <a:t>▼</a:t>
            </a:r>
            <a:endParaRPr sz="2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550" spc="-80">
                <a:solidFill>
                  <a:srgbClr val="004AAC"/>
                </a:solidFill>
                <a:latin typeface="Verdana"/>
                <a:cs typeface="Verdana"/>
              </a:rPr>
              <a:t>[</a:t>
            </a:r>
            <a:r>
              <a:rPr dirty="0" sz="2650" spc="-8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650" spc="-11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550" spc="-305">
                <a:solidFill>
                  <a:srgbClr val="004AAC"/>
                </a:solidFill>
                <a:latin typeface="Verdana"/>
                <a:cs typeface="Verdana"/>
              </a:rPr>
              <a:t>/</a:t>
            </a:r>
            <a:r>
              <a:rPr dirty="0" sz="2550" spc="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290">
                <a:solidFill>
                  <a:srgbClr val="004AAC"/>
                </a:solidFill>
                <a:latin typeface="Verdana"/>
                <a:cs typeface="Verdana"/>
              </a:rPr>
              <a:t>No</a:t>
            </a:r>
            <a:r>
              <a:rPr dirty="0" sz="2650" spc="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650" spc="-1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550" spc="-10">
                <a:solidFill>
                  <a:srgbClr val="004AAC"/>
                </a:solidFill>
                <a:latin typeface="Verdana"/>
                <a:cs typeface="Verdana"/>
              </a:rPr>
              <a:t>]</a:t>
            </a:r>
            <a:endParaRPr sz="2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3450" y="968562"/>
            <a:ext cx="16314419" cy="8382000"/>
            <a:chOff x="933450" y="968562"/>
            <a:chExt cx="16314419" cy="838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6846" y="3613698"/>
              <a:ext cx="7065144" cy="39676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03377" y="3536632"/>
              <a:ext cx="7121581" cy="39527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9645" y="5384568"/>
              <a:ext cx="0" cy="3787775"/>
            </a:xfrm>
            <a:custGeom>
              <a:avLst/>
              <a:gdLst/>
              <a:ahLst/>
              <a:cxnLst/>
              <a:rect l="l" t="t" r="r" b="b"/>
              <a:pathLst>
                <a:path w="0" h="3787775">
                  <a:moveTo>
                    <a:pt x="0" y="0"/>
                  </a:moveTo>
                  <a:lnTo>
                    <a:pt x="0" y="3787534"/>
                  </a:lnTo>
                </a:path>
              </a:pathLst>
            </a:custGeom>
            <a:ln w="380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09649" y="2560318"/>
              <a:ext cx="16162655" cy="0"/>
            </a:xfrm>
            <a:custGeom>
              <a:avLst/>
              <a:gdLst/>
              <a:ahLst/>
              <a:cxnLst/>
              <a:rect l="l" t="t" r="r" b="b"/>
              <a:pathLst>
                <a:path w="16162655" h="0">
                  <a:moveTo>
                    <a:pt x="0" y="0"/>
                  </a:moveTo>
                  <a:lnTo>
                    <a:pt x="16162064" y="0"/>
                  </a:lnTo>
                </a:path>
              </a:pathLst>
            </a:custGeom>
            <a:ln w="380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6349" y="7702590"/>
              <a:ext cx="104775" cy="1047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04769" y="7702590"/>
              <a:ext cx="104775" cy="1047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28699" y="8222321"/>
              <a:ext cx="16143605" cy="0"/>
            </a:xfrm>
            <a:custGeom>
              <a:avLst/>
              <a:gdLst/>
              <a:ahLst/>
              <a:cxnLst/>
              <a:rect l="l" t="t" r="r" b="b"/>
              <a:pathLst>
                <a:path w="16143605" h="0">
                  <a:moveTo>
                    <a:pt x="0" y="0"/>
                  </a:moveTo>
                  <a:lnTo>
                    <a:pt x="16143014" y="0"/>
                  </a:lnTo>
                </a:path>
              </a:pathLst>
            </a:custGeom>
            <a:ln w="380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42113" y="1329686"/>
            <a:ext cx="10130790" cy="10515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LOGISIM</a:t>
            </a:r>
            <a:r>
              <a:rPr dirty="0" spc="30"/>
              <a:t> </a:t>
            </a:r>
            <a:r>
              <a:rPr dirty="0" spc="-45"/>
              <a:t>CIRCUIT</a:t>
            </a:r>
            <a:r>
              <a:rPr dirty="0" spc="35"/>
              <a:t> </a:t>
            </a:r>
            <a:r>
              <a:rPr dirty="0" spc="-80"/>
              <a:t>D</a:t>
            </a:r>
            <a:r>
              <a:rPr dirty="0" spc="-155"/>
              <a:t>E</a:t>
            </a:r>
            <a:r>
              <a:rPr dirty="0" spc="-30"/>
              <a:t>S</a:t>
            </a:r>
            <a:r>
              <a:rPr dirty="0" spc="-75"/>
              <a:t>IG</a:t>
            </a:r>
            <a:r>
              <a:rPr dirty="0" spc="345"/>
              <a:t>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9453" y="2818050"/>
            <a:ext cx="4131945" cy="59563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700" spc="-31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3700" spc="-1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700" spc="-440">
                <a:solidFill>
                  <a:srgbClr val="004AAC"/>
                </a:solidFill>
                <a:latin typeface="Verdana"/>
                <a:cs typeface="Verdana"/>
              </a:rPr>
              <a:t>GENERATOR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77982" y="2800070"/>
            <a:ext cx="3753485" cy="612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850" spc="-34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3850" spc="-1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850" spc="-360">
                <a:solidFill>
                  <a:srgbClr val="004AAC"/>
                </a:solidFill>
                <a:latin typeface="Verdana"/>
                <a:cs typeface="Verdana"/>
              </a:rPr>
              <a:t>CHECKER</a:t>
            </a:r>
            <a:endParaRPr sz="38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4070" y="7493281"/>
            <a:ext cx="15525115" cy="1460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40650" algn="l"/>
              </a:tabLst>
            </a:pPr>
            <a:r>
              <a:rPr dirty="0" sz="2750" spc="-6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750" spc="-1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35">
                <a:solidFill>
                  <a:srgbClr val="004AAC"/>
                </a:solidFill>
                <a:latin typeface="Verdana"/>
                <a:cs typeface="Verdana"/>
              </a:rPr>
              <a:t>generation</a:t>
            </a:r>
            <a:r>
              <a:rPr dirty="0" sz="2450" spc="-135">
                <a:solidFill>
                  <a:srgbClr val="004AAC"/>
                </a:solidFill>
                <a:latin typeface="Verdana"/>
                <a:cs typeface="Verdana"/>
              </a:rPr>
              <a:t>:</a:t>
            </a:r>
            <a:r>
              <a:rPr dirty="0" sz="2450" spc="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P</a:t>
            </a:r>
            <a:r>
              <a:rPr dirty="0" sz="2450" spc="-10">
                <a:solidFill>
                  <a:srgbClr val="004AAC"/>
                </a:solidFill>
                <a:latin typeface="Verdana"/>
                <a:cs typeface="Verdana"/>
              </a:rPr>
              <a:t>=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D</a:t>
            </a:r>
            <a:r>
              <a:rPr dirty="0" sz="2450" spc="-10">
                <a:solidFill>
                  <a:srgbClr val="004AAC"/>
                </a:solidFill>
                <a:latin typeface="Verdana"/>
                <a:cs typeface="Verdana"/>
              </a:rPr>
              <a:t>3</a:t>
            </a:r>
            <a:r>
              <a:rPr dirty="0" sz="1750" spc="-10">
                <a:solidFill>
                  <a:srgbClr val="004AAC"/>
                </a:solidFill>
                <a:latin typeface="Lucida Sans Unicode"/>
                <a:cs typeface="Lucida Sans Unicode"/>
              </a:rPr>
              <a:t>⊕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D</a:t>
            </a:r>
            <a:r>
              <a:rPr dirty="0" sz="2450" spc="-10">
                <a:solidFill>
                  <a:srgbClr val="004AAC"/>
                </a:solidFill>
                <a:latin typeface="Verdana"/>
                <a:cs typeface="Verdana"/>
              </a:rPr>
              <a:t>2</a:t>
            </a:r>
            <a:r>
              <a:rPr dirty="0" sz="1750" spc="-10">
                <a:solidFill>
                  <a:srgbClr val="004AAC"/>
                </a:solidFill>
                <a:latin typeface="Lucida Sans Unicode"/>
                <a:cs typeface="Lucida Sans Unicode"/>
              </a:rPr>
              <a:t>⊕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D</a:t>
            </a:r>
            <a:r>
              <a:rPr dirty="0" sz="2450" spc="-10">
                <a:solidFill>
                  <a:srgbClr val="004AAC"/>
                </a:solidFill>
                <a:latin typeface="Verdana"/>
                <a:cs typeface="Verdana"/>
              </a:rPr>
              <a:t>1</a:t>
            </a:r>
            <a:r>
              <a:rPr dirty="0" sz="1750" spc="-10">
                <a:solidFill>
                  <a:srgbClr val="004AAC"/>
                </a:solidFill>
                <a:latin typeface="Lucida Sans Unicode"/>
                <a:cs typeface="Lucida Sans Unicode"/>
              </a:rPr>
              <a:t>⊕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D</a:t>
            </a:r>
            <a:r>
              <a:rPr dirty="0" sz="2450" spc="-10">
                <a:solidFill>
                  <a:srgbClr val="004AAC"/>
                </a:solidFill>
                <a:latin typeface="Verdana"/>
                <a:cs typeface="Verdana"/>
              </a:rPr>
              <a:t>0</a:t>
            </a:r>
            <a:r>
              <a:rPr dirty="0" sz="24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150">
                <a:solidFill>
                  <a:srgbClr val="004AAC"/>
                </a:solidFill>
                <a:latin typeface="Verdana"/>
                <a:cs typeface="Verdana"/>
              </a:rPr>
              <a:t>Checker</a:t>
            </a:r>
            <a:r>
              <a:rPr dirty="0" sz="275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30">
                <a:solidFill>
                  <a:srgbClr val="004AAC"/>
                </a:solidFill>
                <a:latin typeface="Verdana"/>
                <a:cs typeface="Verdana"/>
              </a:rPr>
              <a:t>output</a:t>
            </a:r>
            <a:r>
              <a:rPr dirty="0" sz="2450" spc="-130">
                <a:solidFill>
                  <a:srgbClr val="004AAC"/>
                </a:solidFill>
                <a:latin typeface="Verdana"/>
                <a:cs typeface="Verdana"/>
              </a:rPr>
              <a:t>:</a:t>
            </a:r>
            <a:r>
              <a:rPr dirty="0" sz="245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450">
                <a:solidFill>
                  <a:srgbClr val="004AAC"/>
                </a:solidFill>
                <a:latin typeface="Verdana"/>
                <a:cs typeface="Verdana"/>
              </a:rPr>
              <a:t>0</a:t>
            </a:r>
            <a:r>
              <a:rPr dirty="0" sz="2450" spc="-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450" spc="-900">
                <a:solidFill>
                  <a:srgbClr val="004AAC"/>
                </a:solidFill>
                <a:latin typeface="Verdana"/>
                <a:cs typeface="Verdana"/>
              </a:rPr>
              <a:t>=</a:t>
            </a:r>
            <a:r>
              <a:rPr dirty="0" sz="2450" spc="229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290">
                <a:solidFill>
                  <a:srgbClr val="004AAC"/>
                </a:solidFill>
                <a:latin typeface="Verdana"/>
                <a:cs typeface="Verdana"/>
              </a:rPr>
              <a:t>No</a:t>
            </a:r>
            <a:r>
              <a:rPr dirty="0" sz="2750" spc="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35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450" spc="-35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r>
              <a:rPr dirty="0" sz="2450" spc="8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450" spc="-675">
                <a:solidFill>
                  <a:srgbClr val="004AAC"/>
                </a:solidFill>
                <a:latin typeface="Verdana"/>
                <a:cs typeface="Verdana"/>
              </a:rPr>
              <a:t>1</a:t>
            </a:r>
            <a:r>
              <a:rPr dirty="0" sz="2450" spc="1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450" spc="-900">
                <a:solidFill>
                  <a:srgbClr val="004AAC"/>
                </a:solidFill>
                <a:latin typeface="Verdana"/>
                <a:cs typeface="Verdana"/>
              </a:rPr>
              <a:t>=</a:t>
            </a:r>
            <a:r>
              <a:rPr dirty="0" sz="2450" spc="2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750" spc="-13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65">
                <a:solidFill>
                  <a:srgbClr val="004AAC"/>
                </a:solidFill>
                <a:latin typeface="Verdana"/>
                <a:cs typeface="Verdana"/>
              </a:rPr>
              <a:t>Detected</a:t>
            </a:r>
            <a:endParaRPr sz="2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2400">
              <a:latin typeface="Verdana"/>
              <a:cs typeface="Verdana"/>
            </a:endParaRPr>
          </a:p>
          <a:p>
            <a:pPr marL="1186815">
              <a:lnSpc>
                <a:spcPct val="100000"/>
              </a:lnSpc>
            </a:pPr>
            <a:r>
              <a:rPr dirty="0" sz="3300" spc="-400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3300" spc="-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 spc="-270">
                <a:solidFill>
                  <a:srgbClr val="004AAC"/>
                </a:solidFill>
                <a:latin typeface="Verdana"/>
                <a:cs typeface="Verdana"/>
              </a:rPr>
              <a:t>gates</a:t>
            </a:r>
            <a:r>
              <a:rPr dirty="0" sz="3300" spc="-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 spc="-200">
                <a:solidFill>
                  <a:srgbClr val="004AAC"/>
                </a:solidFill>
                <a:latin typeface="Verdana"/>
                <a:cs typeface="Verdana"/>
              </a:rPr>
              <a:t>generate</a:t>
            </a:r>
            <a:r>
              <a:rPr dirty="0" sz="330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 spc="-200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330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004AAC"/>
                </a:solidFill>
                <a:latin typeface="Verdana"/>
                <a:cs typeface="Verdana"/>
              </a:rPr>
              <a:t>verify</a:t>
            </a:r>
            <a:r>
              <a:rPr dirty="0" sz="3300" spc="-2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 spc="-7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3300" spc="-2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r>
              <a:rPr dirty="0" sz="3300" spc="-21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 spc="-135">
                <a:solidFill>
                  <a:srgbClr val="004AAC"/>
                </a:solidFill>
                <a:latin typeface="Verdana"/>
                <a:cs typeface="Verdana"/>
              </a:rPr>
              <a:t>detect</a:t>
            </a:r>
            <a:r>
              <a:rPr dirty="0" sz="3300" spc="-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 spc="-55">
                <a:solidFill>
                  <a:srgbClr val="004AAC"/>
                </a:solidFill>
                <a:latin typeface="Verdana"/>
                <a:cs typeface="Verdana"/>
              </a:rPr>
              <a:t>transmission</a:t>
            </a:r>
            <a:r>
              <a:rPr dirty="0" sz="3300" spc="-1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3300" spc="-10">
                <a:solidFill>
                  <a:srgbClr val="004AAC"/>
                </a:solidFill>
                <a:latin typeface="Verdana"/>
                <a:cs typeface="Verdana"/>
              </a:rPr>
              <a:t>errors</a:t>
            </a:r>
            <a:r>
              <a:rPr dirty="0" sz="300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2500" y="952519"/>
            <a:ext cx="16383000" cy="8382000"/>
            <a:chOff x="952500" y="952519"/>
            <a:chExt cx="16383000" cy="8382000"/>
          </a:xfrm>
        </p:grpSpPr>
        <p:sp>
          <p:nvSpPr>
            <p:cNvPr id="3" name="object 3"/>
            <p:cNvSpPr/>
            <p:nvPr/>
          </p:nvSpPr>
          <p:spPr>
            <a:xfrm>
              <a:off x="9736293" y="1028723"/>
              <a:ext cx="7523480" cy="8229600"/>
            </a:xfrm>
            <a:custGeom>
              <a:avLst/>
              <a:gdLst/>
              <a:ahLst/>
              <a:cxnLst/>
              <a:rect l="l" t="t" r="r" b="b"/>
              <a:pathLst>
                <a:path w="7523480" h="8229600">
                  <a:moveTo>
                    <a:pt x="0" y="0"/>
                  </a:moveTo>
                  <a:lnTo>
                    <a:pt x="7522963" y="0"/>
                  </a:lnTo>
                  <a:lnTo>
                    <a:pt x="7522963" y="8229552"/>
                  </a:lnTo>
                  <a:lnTo>
                    <a:pt x="0" y="8229552"/>
                  </a:lnTo>
                  <a:lnTo>
                    <a:pt x="0" y="0"/>
                  </a:lnTo>
                  <a:close/>
                </a:path>
              </a:pathLst>
            </a:custGeom>
            <a:ln w="152399">
              <a:solidFill>
                <a:srgbClr val="004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28432" y="1029410"/>
              <a:ext cx="15530830" cy="8228330"/>
            </a:xfrm>
            <a:custGeom>
              <a:avLst/>
              <a:gdLst/>
              <a:ahLst/>
              <a:cxnLst/>
              <a:rect l="l" t="t" r="r" b="b"/>
              <a:pathLst>
                <a:path w="15530830" h="8228330">
                  <a:moveTo>
                    <a:pt x="14830057" y="6697015"/>
                  </a:moveTo>
                  <a:lnTo>
                    <a:pt x="8623833" y="6697015"/>
                  </a:lnTo>
                  <a:lnTo>
                    <a:pt x="8623833" y="6354546"/>
                  </a:lnTo>
                  <a:lnTo>
                    <a:pt x="8570265" y="6300990"/>
                  </a:lnTo>
                  <a:lnTo>
                    <a:pt x="8570265" y="6376746"/>
                  </a:lnTo>
                  <a:lnTo>
                    <a:pt x="8570265" y="6697015"/>
                  </a:lnTo>
                  <a:lnTo>
                    <a:pt x="8479650" y="6697015"/>
                  </a:lnTo>
                  <a:lnTo>
                    <a:pt x="8479650" y="6632803"/>
                  </a:lnTo>
                  <a:lnTo>
                    <a:pt x="8426094" y="6579248"/>
                  </a:lnTo>
                  <a:lnTo>
                    <a:pt x="8426094" y="6655003"/>
                  </a:lnTo>
                  <a:lnTo>
                    <a:pt x="8426094" y="6697015"/>
                  </a:lnTo>
                  <a:lnTo>
                    <a:pt x="8307337" y="6697015"/>
                  </a:lnTo>
                  <a:lnTo>
                    <a:pt x="8307337" y="6536258"/>
                  </a:lnTo>
                  <a:lnTo>
                    <a:pt x="8426094" y="6655003"/>
                  </a:lnTo>
                  <a:lnTo>
                    <a:pt x="8426094" y="6579248"/>
                  </a:lnTo>
                  <a:lnTo>
                    <a:pt x="8307337" y="6460490"/>
                  </a:lnTo>
                  <a:lnTo>
                    <a:pt x="8307337" y="6364414"/>
                  </a:lnTo>
                  <a:lnTo>
                    <a:pt x="8061579" y="6123737"/>
                  </a:lnTo>
                  <a:lnTo>
                    <a:pt x="8061579" y="5868060"/>
                  </a:lnTo>
                  <a:lnTo>
                    <a:pt x="8570265" y="6376746"/>
                  </a:lnTo>
                  <a:lnTo>
                    <a:pt x="8570265" y="6300990"/>
                  </a:lnTo>
                  <a:lnTo>
                    <a:pt x="8061579" y="5792305"/>
                  </a:lnTo>
                  <a:lnTo>
                    <a:pt x="8061579" y="5165522"/>
                  </a:lnTo>
                  <a:lnTo>
                    <a:pt x="8007998" y="5165522"/>
                  </a:lnTo>
                  <a:lnTo>
                    <a:pt x="8007998" y="5868060"/>
                  </a:lnTo>
                  <a:lnTo>
                    <a:pt x="8007998" y="6536258"/>
                  </a:lnTo>
                  <a:lnTo>
                    <a:pt x="8007998" y="6697015"/>
                  </a:lnTo>
                  <a:lnTo>
                    <a:pt x="771525" y="6697015"/>
                  </a:lnTo>
                  <a:lnTo>
                    <a:pt x="0" y="7775880"/>
                  </a:lnTo>
                  <a:lnTo>
                    <a:pt x="8007998" y="7775880"/>
                  </a:lnTo>
                  <a:lnTo>
                    <a:pt x="8007998" y="8228076"/>
                  </a:lnTo>
                  <a:lnTo>
                    <a:pt x="10909770" y="8228076"/>
                  </a:lnTo>
                  <a:lnTo>
                    <a:pt x="10909770" y="8174507"/>
                  </a:lnTo>
                  <a:lnTo>
                    <a:pt x="10523398" y="8174507"/>
                  </a:lnTo>
                  <a:lnTo>
                    <a:pt x="10447642" y="8098752"/>
                  </a:lnTo>
                  <a:lnTo>
                    <a:pt x="10447642" y="8174507"/>
                  </a:lnTo>
                  <a:lnTo>
                    <a:pt x="10267353" y="8174507"/>
                  </a:lnTo>
                  <a:lnTo>
                    <a:pt x="10191598" y="8098752"/>
                  </a:lnTo>
                  <a:lnTo>
                    <a:pt x="10191598" y="8174507"/>
                  </a:lnTo>
                  <a:lnTo>
                    <a:pt x="9934943" y="8174507"/>
                  </a:lnTo>
                  <a:lnTo>
                    <a:pt x="9859175" y="8098752"/>
                  </a:lnTo>
                  <a:lnTo>
                    <a:pt x="9859175" y="8174507"/>
                  </a:lnTo>
                  <a:lnTo>
                    <a:pt x="8629459" y="8174507"/>
                  </a:lnTo>
                  <a:lnTo>
                    <a:pt x="8553704" y="8098752"/>
                  </a:lnTo>
                  <a:lnTo>
                    <a:pt x="8553704" y="8174507"/>
                  </a:lnTo>
                  <a:lnTo>
                    <a:pt x="8167586" y="8174507"/>
                  </a:lnTo>
                  <a:lnTo>
                    <a:pt x="8167586" y="7775880"/>
                  </a:lnTo>
                  <a:lnTo>
                    <a:pt x="8314322" y="7775880"/>
                  </a:lnTo>
                  <a:lnTo>
                    <a:pt x="8415795" y="7877353"/>
                  </a:lnTo>
                  <a:lnTo>
                    <a:pt x="8415795" y="8036598"/>
                  </a:lnTo>
                  <a:lnTo>
                    <a:pt x="8553704" y="8174507"/>
                  </a:lnTo>
                  <a:lnTo>
                    <a:pt x="8553704" y="8098752"/>
                  </a:lnTo>
                  <a:lnTo>
                    <a:pt x="8469363" y="8014411"/>
                  </a:lnTo>
                  <a:lnTo>
                    <a:pt x="8469363" y="7855166"/>
                  </a:lnTo>
                  <a:lnTo>
                    <a:pt x="8390077" y="7775880"/>
                  </a:lnTo>
                  <a:lnTo>
                    <a:pt x="8560473" y="7775880"/>
                  </a:lnTo>
                  <a:lnTo>
                    <a:pt x="8832266" y="8047672"/>
                  </a:lnTo>
                  <a:lnTo>
                    <a:pt x="9732327" y="8047672"/>
                  </a:lnTo>
                  <a:lnTo>
                    <a:pt x="9859175" y="8174507"/>
                  </a:lnTo>
                  <a:lnTo>
                    <a:pt x="9859175" y="8098752"/>
                  </a:lnTo>
                  <a:lnTo>
                    <a:pt x="9754527" y="7994104"/>
                  </a:lnTo>
                  <a:lnTo>
                    <a:pt x="8854465" y="7994104"/>
                  </a:lnTo>
                  <a:lnTo>
                    <a:pt x="8636241" y="7775880"/>
                  </a:lnTo>
                  <a:lnTo>
                    <a:pt x="8857577" y="7775880"/>
                  </a:lnTo>
                  <a:lnTo>
                    <a:pt x="8952560" y="7870850"/>
                  </a:lnTo>
                  <a:lnTo>
                    <a:pt x="10005644" y="7870850"/>
                  </a:lnTo>
                  <a:lnTo>
                    <a:pt x="10005644" y="7988554"/>
                  </a:lnTo>
                  <a:lnTo>
                    <a:pt x="10191598" y="8174507"/>
                  </a:lnTo>
                  <a:lnTo>
                    <a:pt x="10191598" y="8098752"/>
                  </a:lnTo>
                  <a:lnTo>
                    <a:pt x="10059213" y="7966367"/>
                  </a:lnTo>
                  <a:lnTo>
                    <a:pt x="10059213" y="7870850"/>
                  </a:lnTo>
                  <a:lnTo>
                    <a:pt x="10143985" y="7870850"/>
                  </a:lnTo>
                  <a:lnTo>
                    <a:pt x="10447642" y="8174507"/>
                  </a:lnTo>
                  <a:lnTo>
                    <a:pt x="10447642" y="8098752"/>
                  </a:lnTo>
                  <a:lnTo>
                    <a:pt x="10166185" y="7817282"/>
                  </a:lnTo>
                  <a:lnTo>
                    <a:pt x="8974747" y="7817282"/>
                  </a:lnTo>
                  <a:lnTo>
                    <a:pt x="8933345" y="7775880"/>
                  </a:lnTo>
                  <a:lnTo>
                    <a:pt x="14059599" y="7775880"/>
                  </a:lnTo>
                  <a:lnTo>
                    <a:pt x="14830057" y="6698501"/>
                  </a:lnTo>
                  <a:lnTo>
                    <a:pt x="14830057" y="6697015"/>
                  </a:lnTo>
                  <a:close/>
                </a:path>
                <a:path w="15530830" h="8228330">
                  <a:moveTo>
                    <a:pt x="15530576" y="0"/>
                  </a:moveTo>
                  <a:lnTo>
                    <a:pt x="15478049" y="0"/>
                  </a:lnTo>
                  <a:lnTo>
                    <a:pt x="15478049" y="2062797"/>
                  </a:lnTo>
                  <a:lnTo>
                    <a:pt x="15478049" y="2313432"/>
                  </a:lnTo>
                  <a:lnTo>
                    <a:pt x="14979422" y="1814779"/>
                  </a:lnTo>
                  <a:lnTo>
                    <a:pt x="14979422" y="1120940"/>
                  </a:lnTo>
                  <a:lnTo>
                    <a:pt x="15068233" y="1209763"/>
                  </a:lnTo>
                  <a:lnTo>
                    <a:pt x="15068233" y="1563776"/>
                  </a:lnTo>
                  <a:lnTo>
                    <a:pt x="15237155" y="1732686"/>
                  </a:lnTo>
                  <a:lnTo>
                    <a:pt x="15237155" y="1826869"/>
                  </a:lnTo>
                  <a:lnTo>
                    <a:pt x="15478049" y="2062797"/>
                  </a:lnTo>
                  <a:lnTo>
                    <a:pt x="15478049" y="0"/>
                  </a:lnTo>
                  <a:lnTo>
                    <a:pt x="15374150" y="0"/>
                  </a:lnTo>
                  <a:lnTo>
                    <a:pt x="15374150" y="52514"/>
                  </a:lnTo>
                  <a:lnTo>
                    <a:pt x="15374150" y="587108"/>
                  </a:lnTo>
                  <a:lnTo>
                    <a:pt x="15374150" y="661377"/>
                  </a:lnTo>
                  <a:lnTo>
                    <a:pt x="15374150" y="820966"/>
                  </a:lnTo>
                  <a:lnTo>
                    <a:pt x="15370429" y="824687"/>
                  </a:lnTo>
                  <a:lnTo>
                    <a:pt x="15333294" y="787552"/>
                  </a:lnTo>
                  <a:lnTo>
                    <a:pt x="15333294" y="861822"/>
                  </a:lnTo>
                  <a:lnTo>
                    <a:pt x="15237155" y="957961"/>
                  </a:lnTo>
                  <a:lnTo>
                    <a:pt x="15237155" y="1053109"/>
                  </a:lnTo>
                  <a:lnTo>
                    <a:pt x="15237155" y="1127379"/>
                  </a:lnTo>
                  <a:lnTo>
                    <a:pt x="15237155" y="1658416"/>
                  </a:lnTo>
                  <a:lnTo>
                    <a:pt x="15120747" y="1542021"/>
                  </a:lnTo>
                  <a:lnTo>
                    <a:pt x="15120747" y="1188021"/>
                  </a:lnTo>
                  <a:lnTo>
                    <a:pt x="15053666" y="1120940"/>
                  </a:lnTo>
                  <a:lnTo>
                    <a:pt x="14979422" y="1046683"/>
                  </a:lnTo>
                  <a:lnTo>
                    <a:pt x="14979422" y="869645"/>
                  </a:lnTo>
                  <a:lnTo>
                    <a:pt x="15237155" y="1127379"/>
                  </a:lnTo>
                  <a:lnTo>
                    <a:pt x="15237155" y="1053109"/>
                  </a:lnTo>
                  <a:lnTo>
                    <a:pt x="15053691" y="869645"/>
                  </a:lnTo>
                  <a:lnTo>
                    <a:pt x="14979422" y="795375"/>
                  </a:lnTo>
                  <a:lnTo>
                    <a:pt x="14979422" y="724916"/>
                  </a:lnTo>
                  <a:lnTo>
                    <a:pt x="14604670" y="350177"/>
                  </a:lnTo>
                  <a:lnTo>
                    <a:pt x="13572376" y="350177"/>
                  </a:lnTo>
                  <a:lnTo>
                    <a:pt x="13572376" y="234797"/>
                  </a:lnTo>
                  <a:lnTo>
                    <a:pt x="13519861" y="182283"/>
                  </a:lnTo>
                  <a:lnTo>
                    <a:pt x="13519861" y="256540"/>
                  </a:lnTo>
                  <a:lnTo>
                    <a:pt x="13519861" y="350177"/>
                  </a:lnTo>
                  <a:lnTo>
                    <a:pt x="13436765" y="350177"/>
                  </a:lnTo>
                  <a:lnTo>
                    <a:pt x="13139103" y="52514"/>
                  </a:lnTo>
                  <a:lnTo>
                    <a:pt x="13315836" y="52514"/>
                  </a:lnTo>
                  <a:lnTo>
                    <a:pt x="13519861" y="256540"/>
                  </a:lnTo>
                  <a:lnTo>
                    <a:pt x="13519861" y="182283"/>
                  </a:lnTo>
                  <a:lnTo>
                    <a:pt x="13390093" y="52514"/>
                  </a:lnTo>
                  <a:lnTo>
                    <a:pt x="13641680" y="52514"/>
                  </a:lnTo>
                  <a:lnTo>
                    <a:pt x="13818527" y="229362"/>
                  </a:lnTo>
                  <a:lnTo>
                    <a:pt x="14700822" y="229362"/>
                  </a:lnTo>
                  <a:lnTo>
                    <a:pt x="15333294" y="861822"/>
                  </a:lnTo>
                  <a:lnTo>
                    <a:pt x="15333294" y="787552"/>
                  </a:lnTo>
                  <a:lnTo>
                    <a:pt x="14722589" y="176847"/>
                  </a:lnTo>
                  <a:lnTo>
                    <a:pt x="13840295" y="176847"/>
                  </a:lnTo>
                  <a:lnTo>
                    <a:pt x="13715962" y="52514"/>
                  </a:lnTo>
                  <a:lnTo>
                    <a:pt x="14921383" y="52514"/>
                  </a:lnTo>
                  <a:lnTo>
                    <a:pt x="15078317" y="209448"/>
                  </a:lnTo>
                  <a:lnTo>
                    <a:pt x="15078317" y="365544"/>
                  </a:lnTo>
                  <a:lnTo>
                    <a:pt x="15374150" y="661377"/>
                  </a:lnTo>
                  <a:lnTo>
                    <a:pt x="15374150" y="587108"/>
                  </a:lnTo>
                  <a:lnTo>
                    <a:pt x="15130831" y="343801"/>
                  </a:lnTo>
                  <a:lnTo>
                    <a:pt x="15130831" y="187693"/>
                  </a:lnTo>
                  <a:lnTo>
                    <a:pt x="14995652" y="52514"/>
                  </a:lnTo>
                  <a:lnTo>
                    <a:pt x="15374150" y="52514"/>
                  </a:lnTo>
                  <a:lnTo>
                    <a:pt x="15374150" y="0"/>
                  </a:lnTo>
                  <a:lnTo>
                    <a:pt x="12686094" y="0"/>
                  </a:lnTo>
                  <a:lnTo>
                    <a:pt x="12686094" y="52514"/>
                  </a:lnTo>
                  <a:lnTo>
                    <a:pt x="13064833" y="52514"/>
                  </a:lnTo>
                  <a:lnTo>
                    <a:pt x="13415010" y="402691"/>
                  </a:lnTo>
                  <a:lnTo>
                    <a:pt x="14582915" y="402691"/>
                  </a:lnTo>
                  <a:lnTo>
                    <a:pt x="14926907" y="746671"/>
                  </a:lnTo>
                  <a:lnTo>
                    <a:pt x="14926907" y="1836534"/>
                  </a:lnTo>
                  <a:lnTo>
                    <a:pt x="15478062" y="2387689"/>
                  </a:lnTo>
                  <a:lnTo>
                    <a:pt x="15478062" y="3002089"/>
                  </a:lnTo>
                  <a:lnTo>
                    <a:pt x="15530576" y="3002089"/>
                  </a:lnTo>
                  <a:lnTo>
                    <a:pt x="15530576" y="2313432"/>
                  </a:lnTo>
                  <a:lnTo>
                    <a:pt x="15530576" y="1658416"/>
                  </a:lnTo>
                  <a:lnTo>
                    <a:pt x="15530576" y="1053109"/>
                  </a:lnTo>
                  <a:lnTo>
                    <a:pt x="15530576" y="824687"/>
                  </a:lnTo>
                  <a:lnTo>
                    <a:pt x="15530576" y="587108"/>
                  </a:lnTo>
                  <a:lnTo>
                    <a:pt x="15530576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2396324" y="7751174"/>
            <a:ext cx="1349565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15995" marR="5080" indent="-3503929">
              <a:lnSpc>
                <a:spcPct val="115399"/>
              </a:lnSpc>
              <a:spcBef>
                <a:spcPts val="100"/>
              </a:spcBef>
            </a:pPr>
            <a:r>
              <a:rPr dirty="0" sz="2600" spc="-45" b="1">
                <a:solidFill>
                  <a:srgbClr val="FEFEFE"/>
                </a:solidFill>
                <a:latin typeface="Tahoma"/>
                <a:cs typeface="Tahoma"/>
              </a:rPr>
              <a:t>Conclusion:</a:t>
            </a:r>
            <a:r>
              <a:rPr dirty="0" sz="2600" spc="-3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600" spc="-65">
                <a:solidFill>
                  <a:srgbClr val="FEFEFE"/>
                </a:solidFill>
                <a:latin typeface="Verdana"/>
                <a:cs typeface="Verdana"/>
              </a:rPr>
              <a:t>The</a:t>
            </a:r>
            <a:r>
              <a:rPr dirty="0" sz="2600" spc="-19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40">
                <a:solidFill>
                  <a:srgbClr val="FEFEFE"/>
                </a:solidFill>
                <a:latin typeface="Verdana"/>
                <a:cs typeface="Verdana"/>
              </a:rPr>
              <a:t>simulation</a:t>
            </a:r>
            <a:r>
              <a:rPr dirty="0" sz="2600" spc="-18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85">
                <a:solidFill>
                  <a:srgbClr val="FEFEFE"/>
                </a:solidFill>
                <a:latin typeface="Verdana"/>
                <a:cs typeface="Verdana"/>
              </a:rPr>
              <a:t>confirms</a:t>
            </a:r>
            <a:r>
              <a:rPr dirty="0" sz="2600" spc="-19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70">
                <a:solidFill>
                  <a:srgbClr val="FEFEFE"/>
                </a:solidFill>
                <a:latin typeface="Verdana"/>
                <a:cs typeface="Verdana"/>
              </a:rPr>
              <a:t>that</a:t>
            </a:r>
            <a:r>
              <a:rPr dirty="0" sz="2600" spc="-19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35">
                <a:solidFill>
                  <a:srgbClr val="FEFEFE"/>
                </a:solidFill>
                <a:latin typeface="Verdana"/>
                <a:cs typeface="Verdana"/>
              </a:rPr>
              <a:t>the</a:t>
            </a:r>
            <a:r>
              <a:rPr dirty="0" sz="2600" spc="-18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85">
                <a:solidFill>
                  <a:srgbClr val="FEFEFE"/>
                </a:solidFill>
                <a:latin typeface="Verdana"/>
                <a:cs typeface="Verdana"/>
              </a:rPr>
              <a:t>circuit</a:t>
            </a:r>
            <a:r>
              <a:rPr dirty="0" sz="2600" spc="-19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60">
                <a:solidFill>
                  <a:srgbClr val="FEFEFE"/>
                </a:solidFill>
                <a:latin typeface="Verdana"/>
                <a:cs typeface="Verdana"/>
              </a:rPr>
              <a:t>can</a:t>
            </a:r>
            <a:r>
              <a:rPr dirty="0" sz="2600" spc="-19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90">
                <a:solidFill>
                  <a:srgbClr val="FEFEFE"/>
                </a:solidFill>
                <a:latin typeface="Verdana"/>
                <a:cs typeface="Verdana"/>
              </a:rPr>
              <a:t>detect</a:t>
            </a:r>
            <a:r>
              <a:rPr dirty="0" sz="2600" spc="-18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50">
                <a:solidFill>
                  <a:srgbClr val="FEFEFE"/>
                </a:solidFill>
                <a:latin typeface="Verdana"/>
                <a:cs typeface="Verdana"/>
              </a:rPr>
              <a:t>a</a:t>
            </a:r>
            <a:r>
              <a:rPr dirty="0" sz="2600" spc="-19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85">
                <a:solidFill>
                  <a:srgbClr val="FEFEFE"/>
                </a:solidFill>
                <a:latin typeface="Verdana"/>
                <a:cs typeface="Verdana"/>
              </a:rPr>
              <a:t>single-</a:t>
            </a:r>
            <a:r>
              <a:rPr dirty="0" sz="2600" spc="-120">
                <a:solidFill>
                  <a:srgbClr val="FEFEFE"/>
                </a:solidFill>
                <a:latin typeface="Verdana"/>
                <a:cs typeface="Verdana"/>
              </a:rPr>
              <a:t>bit</a:t>
            </a:r>
            <a:r>
              <a:rPr dirty="0" sz="2600" spc="-18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60">
                <a:solidFill>
                  <a:srgbClr val="FEFEFE"/>
                </a:solidFill>
                <a:latin typeface="Verdana"/>
                <a:cs typeface="Verdana"/>
              </a:rPr>
              <a:t>transmission </a:t>
            </a:r>
            <a:r>
              <a:rPr dirty="0" sz="2600" spc="-130">
                <a:solidFill>
                  <a:srgbClr val="FEFEFE"/>
                </a:solidFill>
                <a:latin typeface="Verdana"/>
                <a:cs typeface="Verdana"/>
              </a:rPr>
              <a:t>error</a:t>
            </a:r>
            <a:r>
              <a:rPr dirty="0" sz="2600" spc="-18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05">
                <a:solidFill>
                  <a:srgbClr val="FEFEFE"/>
                </a:solidFill>
                <a:latin typeface="Verdana"/>
                <a:cs typeface="Verdana"/>
              </a:rPr>
              <a:t>using</a:t>
            </a:r>
            <a:r>
              <a:rPr dirty="0" sz="2600" spc="-18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40">
                <a:solidFill>
                  <a:srgbClr val="FEFEFE"/>
                </a:solidFill>
                <a:latin typeface="Verdana"/>
                <a:cs typeface="Verdana"/>
              </a:rPr>
              <a:t>XOR</a:t>
            </a:r>
            <a:r>
              <a:rPr dirty="0" sz="2600" spc="-18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55">
                <a:solidFill>
                  <a:srgbClr val="FEFEFE"/>
                </a:solidFill>
                <a:latin typeface="Verdana"/>
                <a:cs typeface="Verdana"/>
              </a:rPr>
              <a:t>logic</a:t>
            </a:r>
            <a:r>
              <a:rPr dirty="0" sz="2600" spc="-18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30">
                <a:solidFill>
                  <a:srgbClr val="FEFEFE"/>
                </a:solidFill>
                <a:latin typeface="Verdana"/>
                <a:cs typeface="Verdana"/>
              </a:rPr>
              <a:t>and</a:t>
            </a:r>
            <a:r>
              <a:rPr dirty="0" sz="2600" spc="-185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14">
                <a:solidFill>
                  <a:srgbClr val="FEFEFE"/>
                </a:solidFill>
                <a:latin typeface="Verdana"/>
                <a:cs typeface="Verdana"/>
              </a:rPr>
              <a:t>parity</a:t>
            </a:r>
            <a:r>
              <a:rPr dirty="0" sz="2600" spc="-180">
                <a:solidFill>
                  <a:srgbClr val="FEFEFE"/>
                </a:solidFill>
                <a:latin typeface="Verdana"/>
                <a:cs typeface="Verdana"/>
              </a:rPr>
              <a:t> </a:t>
            </a:r>
            <a:r>
              <a:rPr dirty="0" sz="2600" spc="-10">
                <a:solidFill>
                  <a:srgbClr val="FEFEFE"/>
                </a:solidFill>
                <a:latin typeface="Verdana"/>
                <a:cs typeface="Verdana"/>
              </a:rPr>
              <a:t>checking.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7134"/>
              </a:lnSpc>
              <a:spcBef>
                <a:spcPts val="130"/>
              </a:spcBef>
            </a:pPr>
            <a:r>
              <a:rPr dirty="0" spc="-10"/>
              <a:t>ERROR</a:t>
            </a:r>
          </a:p>
          <a:p>
            <a:pPr marL="12700" marR="5080">
              <a:lnSpc>
                <a:spcPct val="77400"/>
              </a:lnSpc>
              <a:spcBef>
                <a:spcPts val="910"/>
              </a:spcBef>
            </a:pPr>
            <a:r>
              <a:rPr dirty="0" spc="5"/>
              <a:t>S</a:t>
            </a:r>
            <a:r>
              <a:rPr dirty="0" spc="-40"/>
              <a:t>I</a:t>
            </a:r>
            <a:r>
              <a:rPr dirty="0" spc="-5"/>
              <a:t>M</a:t>
            </a:r>
            <a:r>
              <a:rPr dirty="0" spc="-35"/>
              <a:t>U</a:t>
            </a:r>
            <a:r>
              <a:rPr dirty="0" spc="120"/>
              <a:t>L</a:t>
            </a:r>
            <a:r>
              <a:rPr dirty="0" spc="-484"/>
              <a:t>A</a:t>
            </a:r>
            <a:r>
              <a:rPr dirty="0" spc="-85"/>
              <a:t>T</a:t>
            </a:r>
            <a:r>
              <a:rPr dirty="0" spc="-40"/>
              <a:t>I</a:t>
            </a:r>
            <a:r>
              <a:rPr dirty="0" spc="-70"/>
              <a:t>O</a:t>
            </a:r>
            <a:r>
              <a:rPr dirty="0" spc="380"/>
              <a:t>N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1375"/>
              <a:t> </a:t>
            </a:r>
            <a:r>
              <a:rPr dirty="0" spc="-45"/>
              <a:t>R</a:t>
            </a:r>
            <a:r>
              <a:rPr dirty="0" spc="-140"/>
              <a:t>E</a:t>
            </a:r>
            <a:r>
              <a:rPr dirty="0" spc="-15"/>
              <a:t>S</a:t>
            </a:r>
            <a:r>
              <a:rPr dirty="0" spc="-55"/>
              <a:t>U</a:t>
            </a:r>
            <a:r>
              <a:rPr dirty="0" spc="-720"/>
              <a:t>L</a:t>
            </a:r>
            <a:r>
              <a:rPr dirty="0" spc="-265"/>
              <a:t>T</a:t>
            </a:r>
            <a:r>
              <a:rPr dirty="0" spc="360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96274" y="2768167"/>
            <a:ext cx="6807834" cy="4673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0" b="1">
                <a:solidFill>
                  <a:srgbClr val="004AAC"/>
                </a:solidFill>
                <a:latin typeface="Verdana"/>
                <a:cs typeface="Verdana"/>
              </a:rPr>
              <a:t>Simulation</a:t>
            </a:r>
            <a:r>
              <a:rPr dirty="0" sz="2900" spc="-300" b="1">
                <a:solidFill>
                  <a:srgbClr val="004AAC"/>
                </a:solidFill>
                <a:latin typeface="Verdana"/>
                <a:cs typeface="Verdana"/>
              </a:rPr>
              <a:t>:</a:t>
            </a:r>
            <a:r>
              <a:rPr dirty="0" sz="2900" spc="505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315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r>
              <a:rPr dirty="0" sz="2750" spc="5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55">
                <a:solidFill>
                  <a:srgbClr val="004AAC"/>
                </a:solidFill>
                <a:latin typeface="Verdana"/>
                <a:cs typeface="Verdana"/>
              </a:rPr>
              <a:t>simulate</a:t>
            </a:r>
            <a:r>
              <a:rPr dirty="0" sz="2750" spc="5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a</a:t>
            </a:r>
            <a:r>
              <a:rPr dirty="0" sz="2750" spc="459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50">
                <a:solidFill>
                  <a:srgbClr val="004AAC"/>
                </a:solidFill>
                <a:latin typeface="Verdana"/>
                <a:cs typeface="Verdana"/>
              </a:rPr>
              <a:t>transmission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96274" y="3205767"/>
            <a:ext cx="6797675" cy="443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750" spc="-2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450" spc="-20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r>
              <a:rPr dirty="0" sz="2450" spc="2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35">
                <a:solidFill>
                  <a:srgbClr val="004AAC"/>
                </a:solidFill>
                <a:latin typeface="Verdana"/>
                <a:cs typeface="Verdana"/>
              </a:rPr>
              <a:t>one</a:t>
            </a:r>
            <a:r>
              <a:rPr dirty="0" sz="2750" spc="1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95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750" spc="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750" spc="1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is</a:t>
            </a:r>
            <a:r>
              <a:rPr dirty="0" sz="2750" spc="1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14">
                <a:solidFill>
                  <a:srgbClr val="004AAC"/>
                </a:solidFill>
                <a:latin typeface="Verdana"/>
                <a:cs typeface="Verdana"/>
              </a:rPr>
              <a:t>changed</a:t>
            </a:r>
            <a:r>
              <a:rPr dirty="0" sz="2750" spc="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after</a:t>
            </a:r>
            <a:r>
              <a:rPr dirty="0" sz="2750" spc="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25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56280" y="3623730"/>
            <a:ext cx="3736975" cy="443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40460" algn="l"/>
                <a:tab pos="3165475" algn="l"/>
              </a:tabLst>
            </a:pPr>
            <a:r>
              <a:rPr dirty="0" sz="2750" spc="-20">
                <a:solidFill>
                  <a:srgbClr val="004AAC"/>
                </a:solidFill>
                <a:latin typeface="Verdana"/>
                <a:cs typeface="Verdana"/>
              </a:rPr>
              <a:t>been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generated</a:t>
            </a:r>
            <a:r>
              <a:rPr dirty="0" sz="245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r>
              <a:rPr dirty="0" sz="24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215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96274" y="3623730"/>
            <a:ext cx="1161415" cy="86169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3295"/>
              </a:lnSpc>
              <a:spcBef>
                <a:spcPts val="90"/>
              </a:spcBef>
            </a:pP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endParaRPr sz="2750">
              <a:latin typeface="Verdana"/>
              <a:cs typeface="Verdana"/>
            </a:endParaRPr>
          </a:p>
          <a:p>
            <a:pPr marL="12700">
              <a:lnSpc>
                <a:spcPts val="3295"/>
              </a:lnSpc>
            </a:pPr>
            <a:r>
              <a:rPr dirty="0" sz="2750" spc="-100">
                <a:solidFill>
                  <a:srgbClr val="004AAC"/>
                </a:solidFill>
                <a:latin typeface="Verdana"/>
                <a:cs typeface="Verdana"/>
              </a:rPr>
              <a:t>altered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19337" y="3623730"/>
            <a:ext cx="2208530" cy="86169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3295"/>
              </a:lnSpc>
              <a:spcBef>
                <a:spcPts val="90"/>
              </a:spcBef>
              <a:tabLst>
                <a:tab pos="819150" algn="l"/>
              </a:tabLst>
            </a:pPr>
            <a:r>
              <a:rPr dirty="0" sz="2750" spc="-25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25">
                <a:solidFill>
                  <a:srgbClr val="004AAC"/>
                </a:solidFill>
                <a:latin typeface="Verdana"/>
                <a:cs typeface="Verdana"/>
              </a:rPr>
              <a:t>has</a:t>
            </a:r>
            <a:endParaRPr sz="2750">
              <a:latin typeface="Verdana"/>
              <a:cs typeface="Verdana"/>
            </a:endParaRPr>
          </a:p>
          <a:p>
            <a:pPr marL="24765">
              <a:lnSpc>
                <a:spcPts val="3295"/>
              </a:lnSpc>
            </a:pPr>
            <a:r>
              <a:rPr dirty="0" sz="2750" spc="-80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750" spc="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750" spc="8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95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12998" y="4041693"/>
            <a:ext cx="3079115" cy="443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original</a:t>
            </a:r>
            <a:r>
              <a:rPr dirty="0" sz="2750" spc="28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750" spc="11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25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096274" y="4459657"/>
            <a:ext cx="6814184" cy="443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0900" algn="l"/>
                <a:tab pos="1911350" algn="l"/>
                <a:tab pos="3399790" algn="l"/>
                <a:tab pos="4042410" algn="l"/>
                <a:tab pos="4886325" algn="l"/>
                <a:tab pos="5835015" algn="l"/>
              </a:tabLst>
            </a:pPr>
            <a:r>
              <a:rPr dirty="0" sz="2750" spc="-25">
                <a:solidFill>
                  <a:srgbClr val="004AAC"/>
                </a:solidFill>
                <a:latin typeface="Verdana"/>
                <a:cs typeface="Verdana"/>
              </a:rPr>
              <a:t>are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20">
                <a:solidFill>
                  <a:srgbClr val="004AAC"/>
                </a:solidFill>
                <a:latin typeface="Verdana"/>
                <a:cs typeface="Verdana"/>
              </a:rPr>
              <a:t>then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applied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25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25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370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750" spc="-65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96274" y="4877620"/>
            <a:ext cx="6795770" cy="865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3220"/>
              </a:lnSpc>
              <a:spcBef>
                <a:spcPts val="90"/>
              </a:spcBef>
            </a:pPr>
            <a:r>
              <a:rPr dirty="0" sz="2750" spc="-55">
                <a:solidFill>
                  <a:srgbClr val="004AAC"/>
                </a:solidFill>
                <a:latin typeface="Verdana"/>
                <a:cs typeface="Verdana"/>
              </a:rPr>
              <a:t>checker</a:t>
            </a:r>
            <a:r>
              <a:rPr dirty="0" sz="2450" spc="-55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450">
              <a:latin typeface="Verdana"/>
              <a:cs typeface="Verdana"/>
            </a:endParaRPr>
          </a:p>
          <a:p>
            <a:pPr marL="12700">
              <a:lnSpc>
                <a:spcPts val="3400"/>
              </a:lnSpc>
            </a:pPr>
            <a:r>
              <a:rPr dirty="0" sz="2800" spc="-330" b="1">
                <a:solidFill>
                  <a:srgbClr val="004AAC"/>
                </a:solidFill>
                <a:latin typeface="Verdana"/>
                <a:cs typeface="Verdana"/>
              </a:rPr>
              <a:t>Result</a:t>
            </a:r>
            <a:r>
              <a:rPr dirty="0" sz="2900" spc="-330" b="1">
                <a:solidFill>
                  <a:srgbClr val="004AAC"/>
                </a:solidFill>
                <a:latin typeface="Verdana"/>
                <a:cs typeface="Verdana"/>
              </a:rPr>
              <a:t>:</a:t>
            </a:r>
            <a:r>
              <a:rPr dirty="0" sz="2900" spc="70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95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750" spc="-8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345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750" spc="1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75">
                <a:solidFill>
                  <a:srgbClr val="004AAC"/>
                </a:solidFill>
                <a:latin typeface="Verdana"/>
                <a:cs typeface="Verdana"/>
              </a:rPr>
              <a:t>checker</a:t>
            </a:r>
            <a:r>
              <a:rPr dirty="0" sz="2750" spc="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70">
                <a:solidFill>
                  <a:srgbClr val="004AAC"/>
                </a:solidFill>
                <a:latin typeface="Verdana"/>
                <a:cs typeface="Verdana"/>
              </a:rPr>
              <a:t>output</a:t>
            </a:r>
            <a:r>
              <a:rPr dirty="0" sz="2750" spc="1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80">
                <a:solidFill>
                  <a:srgbClr val="004AAC"/>
                </a:solidFill>
                <a:latin typeface="Verdana"/>
                <a:cs typeface="Verdana"/>
              </a:rPr>
              <a:t>becomes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96274" y="5713546"/>
            <a:ext cx="5091430" cy="4432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50" spc="-490">
                <a:solidFill>
                  <a:srgbClr val="004AAC"/>
                </a:solidFill>
                <a:latin typeface="Verdana"/>
                <a:cs typeface="Verdana"/>
              </a:rPr>
              <a:t>1,</a:t>
            </a:r>
            <a:r>
              <a:rPr dirty="0" sz="2450" spc="-75">
                <a:solidFill>
                  <a:srgbClr val="004AAC"/>
                </a:solidFill>
                <a:latin typeface="Verdana"/>
                <a:cs typeface="Verdana"/>
              </a:rPr>
              <a:t>  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showing</a:t>
            </a:r>
            <a:r>
              <a:rPr dirty="0" sz="2750" spc="57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that</a:t>
            </a:r>
            <a:r>
              <a:rPr dirty="0" sz="2750" spc="61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750" spc="6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90">
                <a:solidFill>
                  <a:srgbClr val="004AAC"/>
                </a:solidFill>
                <a:latin typeface="Verdana"/>
                <a:cs typeface="Verdana"/>
              </a:rPr>
              <a:t>received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66299" y="5713546"/>
            <a:ext cx="1537970" cy="86169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2069">
              <a:lnSpc>
                <a:spcPts val="3295"/>
              </a:lnSpc>
              <a:spcBef>
                <a:spcPts val="90"/>
              </a:spcBef>
            </a:pPr>
            <a:r>
              <a:rPr dirty="0" sz="2750" spc="-50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750" spc="2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20">
                <a:solidFill>
                  <a:srgbClr val="004AAC"/>
                </a:solidFill>
                <a:latin typeface="Verdana"/>
                <a:cs typeface="Verdana"/>
              </a:rPr>
              <a:t>has</a:t>
            </a:r>
            <a:endParaRPr sz="2750">
              <a:latin typeface="Verdana"/>
              <a:cs typeface="Verdana"/>
            </a:endParaRPr>
          </a:p>
          <a:p>
            <a:pPr marL="12700">
              <a:lnSpc>
                <a:spcPts val="3295"/>
              </a:lnSpc>
            </a:pP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has</a:t>
            </a:r>
            <a:r>
              <a:rPr dirty="0" sz="2750" spc="11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75">
                <a:solidFill>
                  <a:srgbClr val="004AAC"/>
                </a:solidFill>
                <a:latin typeface="Verdana"/>
                <a:cs typeface="Verdana"/>
              </a:rPr>
              <a:t>been</a:t>
            </a:r>
            <a:endParaRPr sz="27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96274" y="6131510"/>
            <a:ext cx="5102225" cy="86169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incorrect</a:t>
            </a:r>
            <a:r>
              <a:rPr dirty="0" sz="2750" spc="2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750" spc="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750" spc="13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>
                <a:solidFill>
                  <a:srgbClr val="004AAC"/>
                </a:solidFill>
                <a:latin typeface="Verdana"/>
                <a:cs typeface="Verdana"/>
              </a:rPr>
              <a:t>an</a:t>
            </a:r>
            <a:r>
              <a:rPr dirty="0" sz="2750" spc="1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750" spc="-10">
                <a:solidFill>
                  <a:srgbClr val="004AAC"/>
                </a:solidFill>
                <a:latin typeface="Verdana"/>
                <a:cs typeface="Verdana"/>
              </a:rPr>
              <a:t>error </a:t>
            </a:r>
            <a:r>
              <a:rPr dirty="0" sz="2750" spc="-85">
                <a:solidFill>
                  <a:srgbClr val="004AAC"/>
                </a:solidFill>
                <a:latin typeface="Verdana"/>
                <a:cs typeface="Verdana"/>
              </a:rPr>
              <a:t>detected</a:t>
            </a:r>
            <a:r>
              <a:rPr dirty="0" sz="2450" spc="-85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08039" y="4647059"/>
            <a:ext cx="6151245" cy="16935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210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150" spc="-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>
                <a:solidFill>
                  <a:srgbClr val="004AAC"/>
                </a:solidFill>
                <a:latin typeface="Verdana"/>
                <a:cs typeface="Verdana"/>
              </a:rPr>
              <a:t>with</a:t>
            </a:r>
            <a:r>
              <a:rPr dirty="0" sz="2150" spc="-1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 spc="-140">
                <a:solidFill>
                  <a:srgbClr val="004AAC"/>
                </a:solidFill>
                <a:latin typeface="Verdana"/>
                <a:cs typeface="Verdana"/>
              </a:rPr>
              <a:t>One</a:t>
            </a:r>
            <a:r>
              <a:rPr dirty="0" sz="2150" spc="-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 spc="-135">
                <a:solidFill>
                  <a:srgbClr val="004AAC"/>
                </a:solidFill>
                <a:latin typeface="Verdana"/>
                <a:cs typeface="Verdana"/>
              </a:rPr>
              <a:t>Changed</a:t>
            </a:r>
            <a:r>
              <a:rPr dirty="0" sz="215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150" spc="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1950" spc="-690">
                <a:solidFill>
                  <a:srgbClr val="004AAC"/>
                </a:solidFill>
                <a:latin typeface="Verdana"/>
                <a:cs typeface="Verdana"/>
              </a:rPr>
              <a:t>+</a:t>
            </a:r>
            <a:r>
              <a:rPr dirty="0" sz="1950" spc="1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>
                <a:solidFill>
                  <a:srgbClr val="004AAC"/>
                </a:solidFill>
                <a:latin typeface="Verdana"/>
                <a:cs typeface="Verdana"/>
              </a:rPr>
              <a:t>Original</a:t>
            </a:r>
            <a:r>
              <a:rPr dirty="0" sz="2150" spc="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150" spc="-14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endParaRPr sz="2150">
              <a:latin typeface="Verdana"/>
              <a:cs typeface="Verdana"/>
            </a:endParaRPr>
          </a:p>
          <a:p>
            <a:pPr marL="3972560">
              <a:lnSpc>
                <a:spcPct val="100000"/>
              </a:lnSpc>
              <a:spcBef>
                <a:spcPts val="145"/>
              </a:spcBef>
            </a:pPr>
            <a:r>
              <a:rPr dirty="0" sz="2050" spc="340">
                <a:solidFill>
                  <a:srgbClr val="004AAC"/>
                </a:solidFill>
                <a:latin typeface="Lucida Sans Unicode"/>
                <a:cs typeface="Lucida Sans Unicode"/>
              </a:rPr>
              <a:t>↓</a:t>
            </a:r>
            <a:endParaRPr sz="2050">
              <a:latin typeface="Lucida Sans Unicode"/>
              <a:cs typeface="Lucida Sans Unicode"/>
            </a:endParaRPr>
          </a:p>
          <a:p>
            <a:pPr marL="2344420">
              <a:lnSpc>
                <a:spcPct val="100000"/>
              </a:lnSpc>
              <a:spcBef>
                <a:spcPts val="70"/>
              </a:spcBef>
            </a:pPr>
            <a:r>
              <a:rPr dirty="0" sz="2150" spc="-254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150" spc="-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150" spc="-1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004AAC"/>
                </a:solidFill>
                <a:latin typeface="Verdana"/>
                <a:cs typeface="Verdana"/>
              </a:rPr>
              <a:t>Checker</a:t>
            </a:r>
            <a:endParaRPr sz="2150">
              <a:latin typeface="Verdana"/>
              <a:cs typeface="Verdana"/>
            </a:endParaRPr>
          </a:p>
          <a:p>
            <a:pPr marL="3972560">
              <a:lnSpc>
                <a:spcPct val="100000"/>
              </a:lnSpc>
              <a:spcBef>
                <a:spcPts val="145"/>
              </a:spcBef>
            </a:pPr>
            <a:r>
              <a:rPr dirty="0" sz="2050" spc="340">
                <a:solidFill>
                  <a:srgbClr val="004AAC"/>
                </a:solidFill>
                <a:latin typeface="Lucida Sans Unicode"/>
                <a:cs typeface="Lucida Sans Unicode"/>
              </a:rPr>
              <a:t>↓</a:t>
            </a:r>
            <a:endParaRPr sz="2050">
              <a:latin typeface="Lucida Sans Unicode"/>
              <a:cs typeface="Lucida Sans Unicode"/>
            </a:endParaRPr>
          </a:p>
          <a:p>
            <a:pPr marL="1675130">
              <a:lnSpc>
                <a:spcPct val="100000"/>
              </a:lnSpc>
              <a:spcBef>
                <a:spcPts val="65"/>
              </a:spcBef>
            </a:pPr>
            <a:r>
              <a:rPr dirty="0" sz="2150" spc="-75">
                <a:solidFill>
                  <a:srgbClr val="004AAC"/>
                </a:solidFill>
                <a:latin typeface="Verdana"/>
                <a:cs typeface="Verdana"/>
              </a:rPr>
              <a:t>Output</a:t>
            </a:r>
            <a:r>
              <a:rPr dirty="0" sz="21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1950" spc="-720">
                <a:solidFill>
                  <a:srgbClr val="004AAC"/>
                </a:solidFill>
                <a:latin typeface="Verdana"/>
                <a:cs typeface="Verdana"/>
              </a:rPr>
              <a:t>=</a:t>
            </a:r>
            <a:r>
              <a:rPr dirty="0" sz="1950" spc="17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1950" spc="-535">
                <a:solidFill>
                  <a:srgbClr val="004AAC"/>
                </a:solidFill>
                <a:latin typeface="Verdana"/>
                <a:cs typeface="Verdana"/>
              </a:rPr>
              <a:t>1</a:t>
            </a:r>
            <a:r>
              <a:rPr dirty="0" sz="1950" spc="12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050" spc="75">
                <a:solidFill>
                  <a:srgbClr val="004AAC"/>
                </a:solidFill>
                <a:latin typeface="Lucida Sans Unicode"/>
                <a:cs typeface="Lucida Sans Unicode"/>
              </a:rPr>
              <a:t>→</a:t>
            </a:r>
            <a:r>
              <a:rPr dirty="0" sz="2050" spc="15">
                <a:solidFill>
                  <a:srgbClr val="004AAC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150" spc="-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004AAC"/>
                </a:solidFill>
                <a:latin typeface="Verdana"/>
                <a:cs typeface="Verdana"/>
              </a:rPr>
              <a:t>Detected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28700" y="4483943"/>
            <a:ext cx="8707755" cy="0"/>
          </a:xfrm>
          <a:custGeom>
            <a:avLst/>
            <a:gdLst/>
            <a:ahLst/>
            <a:cxnLst/>
            <a:rect l="l" t="t" r="r" b="b"/>
            <a:pathLst>
              <a:path w="8707755" h="0">
                <a:moveTo>
                  <a:pt x="0" y="0"/>
                </a:moveTo>
                <a:lnTo>
                  <a:pt x="8707592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1520" y="920892"/>
            <a:ext cx="16162019" cy="8229600"/>
          </a:xfrm>
          <a:custGeom>
            <a:avLst/>
            <a:gdLst/>
            <a:ahLst/>
            <a:cxnLst/>
            <a:rect l="l" t="t" r="r" b="b"/>
            <a:pathLst>
              <a:path w="16162019" h="8229600">
                <a:moveTo>
                  <a:pt x="0" y="0"/>
                </a:moveTo>
                <a:lnTo>
                  <a:pt x="16161989" y="0"/>
                </a:lnTo>
                <a:lnTo>
                  <a:pt x="16161989" y="8229560"/>
                </a:lnTo>
                <a:lnTo>
                  <a:pt x="0" y="8229560"/>
                </a:lnTo>
                <a:lnTo>
                  <a:pt x="0" y="0"/>
                </a:lnTo>
                <a:close/>
              </a:path>
            </a:pathLst>
          </a:custGeom>
          <a:ln w="152399">
            <a:solidFill>
              <a:srgbClr val="004AA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26760" y="1095646"/>
            <a:ext cx="12235815" cy="10515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215"/>
              <a:t>APP</a:t>
            </a:r>
            <a:r>
              <a:rPr dirty="0" spc="-210"/>
              <a:t>L</a:t>
            </a:r>
            <a:r>
              <a:rPr dirty="0" spc="-235"/>
              <a:t>I</a:t>
            </a:r>
            <a:r>
              <a:rPr dirty="0" spc="-225"/>
              <a:t>C</a:t>
            </a:r>
            <a:r>
              <a:rPr dirty="0" spc="-680"/>
              <a:t>A</a:t>
            </a:r>
            <a:r>
              <a:rPr dirty="0" spc="-200"/>
              <a:t>T</a:t>
            </a:r>
            <a:r>
              <a:rPr dirty="0" spc="-280"/>
              <a:t>T</a:t>
            </a:r>
            <a:r>
              <a:rPr dirty="0" spc="-235"/>
              <a:t>I</a:t>
            </a:r>
            <a:r>
              <a:rPr dirty="0" spc="-265"/>
              <a:t>O</a:t>
            </a:r>
            <a:r>
              <a:rPr dirty="0" spc="185"/>
              <a:t>N</a:t>
            </a:r>
            <a:r>
              <a:rPr dirty="0" spc="-1380"/>
              <a:t> </a:t>
            </a:r>
            <a:r>
              <a:rPr dirty="0"/>
              <a:t>AND</a:t>
            </a:r>
            <a:r>
              <a:rPr dirty="0" spc="-1380"/>
              <a:t> </a:t>
            </a:r>
            <a:r>
              <a:rPr dirty="0" spc="-80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35171" y="3497791"/>
            <a:ext cx="107314" cy="2313940"/>
            <a:chOff x="1435171" y="3497791"/>
            <a:chExt cx="107314" cy="2313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5171" y="3497791"/>
              <a:ext cx="107003" cy="107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5171" y="3939179"/>
              <a:ext cx="107003" cy="1070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5171" y="4380567"/>
              <a:ext cx="107003" cy="1070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5171" y="4821955"/>
              <a:ext cx="107003" cy="10700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5171" y="5263343"/>
              <a:ext cx="107003" cy="10700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5171" y="5704731"/>
              <a:ext cx="107003" cy="10700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81714" y="2827697"/>
            <a:ext cx="15348585" cy="400685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3460"/>
              </a:lnSpc>
              <a:spcBef>
                <a:spcPts val="115"/>
              </a:spcBef>
            </a:pPr>
            <a:r>
              <a:rPr dirty="0" sz="2950" spc="-315" b="1">
                <a:solidFill>
                  <a:srgbClr val="004AAC"/>
                </a:solidFill>
                <a:latin typeface="Verdana"/>
                <a:cs typeface="Verdana"/>
              </a:rPr>
              <a:t>Applications</a:t>
            </a:r>
            <a:endParaRPr sz="2950">
              <a:latin typeface="Verdana"/>
              <a:cs typeface="Verdana"/>
            </a:endParaRPr>
          </a:p>
          <a:p>
            <a:pPr marL="558165" marR="4855845">
              <a:lnSpc>
                <a:spcPts val="3479"/>
              </a:lnSpc>
              <a:spcBef>
                <a:spcPts val="180"/>
              </a:spcBef>
            </a:pPr>
            <a:r>
              <a:rPr dirty="0" sz="2900" spc="-195">
                <a:solidFill>
                  <a:srgbClr val="004AAC"/>
                </a:solidFill>
                <a:latin typeface="Verdana"/>
                <a:cs typeface="Verdana"/>
              </a:rPr>
              <a:t>Used</a:t>
            </a:r>
            <a:r>
              <a:rPr dirty="0" sz="2900" spc="-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60">
                <a:solidFill>
                  <a:srgbClr val="004AAC"/>
                </a:solidFill>
                <a:latin typeface="Verdana"/>
                <a:cs typeface="Verdana"/>
              </a:rPr>
              <a:t>in</a:t>
            </a:r>
            <a:r>
              <a:rPr dirty="0" sz="2900" spc="-1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60" b="1">
                <a:solidFill>
                  <a:srgbClr val="004AAC"/>
                </a:solidFill>
                <a:latin typeface="Verdana"/>
                <a:cs typeface="Verdana"/>
              </a:rPr>
              <a:t>computer</a:t>
            </a:r>
            <a:r>
              <a:rPr dirty="0" sz="2950" spc="-100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45" b="1">
                <a:solidFill>
                  <a:srgbClr val="004AAC"/>
                </a:solidFill>
                <a:latin typeface="Verdana"/>
                <a:cs typeface="Verdana"/>
              </a:rPr>
              <a:t>networks</a:t>
            </a:r>
            <a:r>
              <a:rPr dirty="0" sz="2950" spc="60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for</a:t>
            </a:r>
            <a:r>
              <a:rPr dirty="0" sz="2900" spc="-7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85">
                <a:solidFill>
                  <a:srgbClr val="004AAC"/>
                </a:solidFill>
                <a:latin typeface="Verdana"/>
                <a:cs typeface="Verdana"/>
              </a:rPr>
              <a:t>basic</a:t>
            </a:r>
            <a:r>
              <a:rPr dirty="0" sz="2900" spc="-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2900" spc="-7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35">
                <a:solidFill>
                  <a:srgbClr val="004AAC"/>
                </a:solidFill>
                <a:latin typeface="Verdana"/>
                <a:cs typeface="Verdana"/>
              </a:rPr>
              <a:t>detection</a:t>
            </a:r>
            <a:r>
              <a:rPr dirty="0" sz="3050" spc="-35">
                <a:solidFill>
                  <a:srgbClr val="004AAC"/>
                </a:solidFill>
                <a:latin typeface="Verdana"/>
                <a:cs typeface="Verdana"/>
              </a:rPr>
              <a:t>. </a:t>
            </a:r>
            <a:r>
              <a:rPr dirty="0" sz="2900" spc="-100">
                <a:solidFill>
                  <a:srgbClr val="004AAC"/>
                </a:solidFill>
                <a:latin typeface="Verdana"/>
                <a:cs typeface="Verdana"/>
              </a:rPr>
              <a:t>Applied</a:t>
            </a:r>
            <a:r>
              <a:rPr dirty="0" sz="2900" spc="-1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60">
                <a:solidFill>
                  <a:srgbClr val="004AAC"/>
                </a:solidFill>
                <a:latin typeface="Verdana"/>
                <a:cs typeface="Verdana"/>
              </a:rPr>
              <a:t>in</a:t>
            </a:r>
            <a:r>
              <a:rPr dirty="0" sz="2900" spc="-1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204" b="1">
                <a:solidFill>
                  <a:srgbClr val="004AAC"/>
                </a:solidFill>
                <a:latin typeface="Verdana"/>
                <a:cs typeface="Verdana"/>
              </a:rPr>
              <a:t>serial</a:t>
            </a:r>
            <a:r>
              <a:rPr dirty="0" sz="2950" spc="-25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40" b="1">
                <a:solidFill>
                  <a:srgbClr val="004AAC"/>
                </a:solidFill>
                <a:latin typeface="Verdana"/>
                <a:cs typeface="Verdana"/>
              </a:rPr>
              <a:t>communication</a:t>
            </a:r>
            <a:r>
              <a:rPr dirty="0" sz="2950" spc="-25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75">
                <a:solidFill>
                  <a:srgbClr val="004AAC"/>
                </a:solidFill>
                <a:latin typeface="Verdana"/>
                <a:cs typeface="Verdana"/>
              </a:rPr>
              <a:t>between</a:t>
            </a:r>
            <a:r>
              <a:rPr dirty="0" sz="2900" spc="-8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004AAC"/>
                </a:solidFill>
                <a:latin typeface="Verdana"/>
                <a:cs typeface="Verdana"/>
              </a:rPr>
              <a:t>digital</a:t>
            </a:r>
            <a:r>
              <a:rPr dirty="0" sz="2900" spc="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45">
                <a:solidFill>
                  <a:srgbClr val="004AAC"/>
                </a:solidFill>
                <a:latin typeface="Verdana"/>
                <a:cs typeface="Verdana"/>
              </a:rPr>
              <a:t>devices</a:t>
            </a:r>
            <a:r>
              <a:rPr dirty="0" sz="3050" spc="-145">
                <a:solidFill>
                  <a:srgbClr val="004AAC"/>
                </a:solidFill>
                <a:latin typeface="Verdana"/>
                <a:cs typeface="Verdana"/>
              </a:rPr>
              <a:t>. </a:t>
            </a:r>
            <a:r>
              <a:rPr dirty="0" sz="2900" spc="-195">
                <a:solidFill>
                  <a:srgbClr val="004AAC"/>
                </a:solidFill>
                <a:latin typeface="Verdana"/>
                <a:cs typeface="Verdana"/>
              </a:rPr>
              <a:t>Used</a:t>
            </a:r>
            <a:r>
              <a:rPr dirty="0" sz="2900" spc="-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60">
                <a:solidFill>
                  <a:srgbClr val="004AAC"/>
                </a:solidFill>
                <a:latin typeface="Verdana"/>
                <a:cs typeface="Verdana"/>
              </a:rPr>
              <a:t>in</a:t>
            </a:r>
            <a:r>
              <a:rPr dirty="0" sz="2900" spc="-25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80" b="1">
                <a:solidFill>
                  <a:srgbClr val="004AAC"/>
                </a:solidFill>
                <a:latin typeface="Verdana"/>
                <a:cs typeface="Verdana"/>
              </a:rPr>
              <a:t>memory</a:t>
            </a:r>
            <a:r>
              <a:rPr dirty="0" sz="2950" spc="-225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50" b="1">
                <a:solidFill>
                  <a:srgbClr val="004AAC"/>
                </a:solidFill>
                <a:latin typeface="Verdana"/>
                <a:cs typeface="Verdana"/>
              </a:rPr>
              <a:t>systems</a:t>
            </a:r>
            <a:r>
              <a:rPr dirty="0" sz="2950" spc="60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r>
              <a:rPr dirty="0" sz="2900" spc="-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30">
                <a:solidFill>
                  <a:srgbClr val="004AAC"/>
                </a:solidFill>
                <a:latin typeface="Verdana"/>
                <a:cs typeface="Verdana"/>
              </a:rPr>
              <a:t>detect</a:t>
            </a:r>
            <a:r>
              <a:rPr dirty="0" sz="2900" spc="1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15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r>
              <a:rPr dirty="0" sz="2900" spc="-4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004AAC"/>
                </a:solidFill>
                <a:latin typeface="Verdana"/>
                <a:cs typeface="Verdana"/>
              </a:rPr>
              <a:t>corruption</a:t>
            </a:r>
            <a:r>
              <a:rPr dirty="0" sz="305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3050">
              <a:latin typeface="Verdana"/>
              <a:cs typeface="Verdana"/>
            </a:endParaRPr>
          </a:p>
          <a:p>
            <a:pPr marL="558165">
              <a:lnSpc>
                <a:spcPts val="3290"/>
              </a:lnSpc>
            </a:pPr>
            <a:r>
              <a:rPr dirty="0" sz="2900" spc="-35">
                <a:solidFill>
                  <a:srgbClr val="004AAC"/>
                </a:solidFill>
                <a:latin typeface="Verdana"/>
                <a:cs typeface="Verdana"/>
              </a:rPr>
              <a:t>Helpful</a:t>
            </a:r>
            <a:r>
              <a:rPr dirty="0" sz="2900" spc="-20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60">
                <a:solidFill>
                  <a:srgbClr val="004AAC"/>
                </a:solidFill>
                <a:latin typeface="Verdana"/>
                <a:cs typeface="Verdana"/>
              </a:rPr>
              <a:t>in</a:t>
            </a:r>
            <a:r>
              <a:rPr dirty="0" sz="2900" spc="-1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480" b="1">
                <a:solidFill>
                  <a:srgbClr val="004AAC"/>
                </a:solidFill>
                <a:latin typeface="Verdana"/>
                <a:cs typeface="Verdana"/>
              </a:rPr>
              <a:t>embedded</a:t>
            </a:r>
            <a:r>
              <a:rPr dirty="0" sz="2950" spc="10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50" spc="-350" b="1">
                <a:solidFill>
                  <a:srgbClr val="004AAC"/>
                </a:solidFill>
                <a:latin typeface="Verdana"/>
                <a:cs typeface="Verdana"/>
              </a:rPr>
              <a:t>systems</a:t>
            </a:r>
            <a:r>
              <a:rPr dirty="0" sz="2950" spc="60" b="1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55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900" spc="-1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004AAC"/>
                </a:solidFill>
                <a:latin typeface="Verdana"/>
                <a:cs typeface="Verdana"/>
              </a:rPr>
              <a:t>digital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 circuit</a:t>
            </a:r>
            <a:r>
              <a:rPr dirty="0" sz="2900" spc="-10">
                <a:solidFill>
                  <a:srgbClr val="004AAC"/>
                </a:solidFill>
                <a:latin typeface="Verdana"/>
                <a:cs typeface="Verdana"/>
              </a:rPr>
              <a:t> testing</a:t>
            </a:r>
            <a:r>
              <a:rPr dirty="0" sz="305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3050">
              <a:latin typeface="Verdana"/>
              <a:cs typeface="Verdana"/>
            </a:endParaRPr>
          </a:p>
          <a:p>
            <a:pPr marL="558165">
              <a:lnSpc>
                <a:spcPts val="3570"/>
              </a:lnSpc>
            </a:pPr>
            <a:r>
              <a:rPr dirty="0" sz="2900" spc="-95">
                <a:solidFill>
                  <a:srgbClr val="004AAC"/>
                </a:solidFill>
                <a:latin typeface="Verdana"/>
                <a:cs typeface="Verdana"/>
              </a:rPr>
              <a:t>Provides</a:t>
            </a:r>
            <a:r>
              <a:rPr dirty="0" sz="2900" spc="-1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50">
                <a:solidFill>
                  <a:srgbClr val="004AAC"/>
                </a:solidFill>
                <a:latin typeface="Verdana"/>
                <a:cs typeface="Verdana"/>
              </a:rPr>
              <a:t>a</a:t>
            </a:r>
            <a:r>
              <a:rPr dirty="0" sz="2900" spc="-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75">
                <a:solidFill>
                  <a:srgbClr val="004AAC"/>
                </a:solidFill>
                <a:latin typeface="Verdana"/>
                <a:cs typeface="Verdana"/>
              </a:rPr>
              <a:t>simple</a:t>
            </a:r>
            <a:r>
              <a:rPr dirty="0" sz="2900" spc="-13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55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900" spc="-1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40">
                <a:solidFill>
                  <a:srgbClr val="004AAC"/>
                </a:solidFill>
                <a:latin typeface="Verdana"/>
                <a:cs typeface="Verdana"/>
              </a:rPr>
              <a:t>low</a:t>
            </a:r>
            <a:r>
              <a:rPr dirty="0" sz="3050" spc="-14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00" spc="-60">
                <a:solidFill>
                  <a:srgbClr val="004AAC"/>
                </a:solidFill>
                <a:latin typeface="Verdana"/>
                <a:cs typeface="Verdana"/>
              </a:rPr>
              <a:t>cost</a:t>
            </a:r>
            <a:r>
              <a:rPr dirty="0" sz="2900" spc="-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80">
                <a:solidFill>
                  <a:srgbClr val="004AAC"/>
                </a:solidFill>
                <a:latin typeface="Verdana"/>
                <a:cs typeface="Verdana"/>
              </a:rPr>
              <a:t>method</a:t>
            </a:r>
            <a:r>
              <a:rPr dirty="0" sz="2900" spc="-8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for</a:t>
            </a:r>
            <a:r>
              <a:rPr dirty="0" sz="2900" spc="-1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14">
                <a:solidFill>
                  <a:srgbClr val="004AAC"/>
                </a:solidFill>
                <a:latin typeface="Verdana"/>
                <a:cs typeface="Verdana"/>
              </a:rPr>
              <a:t>detecting</a:t>
            </a:r>
            <a:r>
              <a:rPr dirty="0" sz="2900" spc="-1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10">
                <a:solidFill>
                  <a:srgbClr val="004AAC"/>
                </a:solidFill>
                <a:latin typeface="Verdana"/>
                <a:cs typeface="Verdana"/>
              </a:rPr>
              <a:t>single</a:t>
            </a:r>
            <a:r>
              <a:rPr dirty="0" sz="3050" spc="-11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00" spc="-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004AAC"/>
                </a:solidFill>
                <a:latin typeface="Verdana"/>
                <a:cs typeface="Verdana"/>
              </a:rPr>
              <a:t>errors</a:t>
            </a:r>
            <a:r>
              <a:rPr dirty="0" sz="305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30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500">
              <a:latin typeface="Verdana"/>
              <a:cs typeface="Verdana"/>
            </a:endParaRPr>
          </a:p>
          <a:p>
            <a:pPr marL="12700">
              <a:lnSpc>
                <a:spcPts val="3535"/>
              </a:lnSpc>
            </a:pPr>
            <a:r>
              <a:rPr dirty="0" sz="2950" spc="-290" b="1">
                <a:solidFill>
                  <a:srgbClr val="004AAC"/>
                </a:solidFill>
                <a:latin typeface="Verdana"/>
                <a:cs typeface="Verdana"/>
              </a:rPr>
              <a:t>Conclusion</a:t>
            </a:r>
            <a:endParaRPr sz="2950">
              <a:latin typeface="Verdana"/>
              <a:cs typeface="Verdana"/>
            </a:endParaRPr>
          </a:p>
          <a:p>
            <a:pPr marL="12700">
              <a:lnSpc>
                <a:spcPts val="3475"/>
              </a:lnSpc>
            </a:pPr>
            <a:r>
              <a:rPr dirty="0" sz="2900" spc="-360">
                <a:solidFill>
                  <a:srgbClr val="004AAC"/>
                </a:solidFill>
                <a:latin typeface="Verdana"/>
                <a:cs typeface="Verdana"/>
              </a:rPr>
              <a:t>XOR</a:t>
            </a:r>
            <a:r>
              <a:rPr dirty="0" sz="2900" spc="4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95">
                <a:solidFill>
                  <a:srgbClr val="004AAC"/>
                </a:solidFill>
                <a:latin typeface="Verdana"/>
                <a:cs typeface="Verdana"/>
              </a:rPr>
              <a:t>gates</a:t>
            </a:r>
            <a:r>
              <a:rPr dirty="0" sz="2900" spc="-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90">
                <a:solidFill>
                  <a:srgbClr val="004AAC"/>
                </a:solidFill>
                <a:latin typeface="Verdana"/>
                <a:cs typeface="Verdana"/>
              </a:rPr>
              <a:t>provide</a:t>
            </a:r>
            <a:r>
              <a:rPr dirty="0" sz="2900" spc="-1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45">
                <a:solidFill>
                  <a:srgbClr val="004AAC"/>
                </a:solidFill>
                <a:latin typeface="Verdana"/>
                <a:cs typeface="Verdana"/>
              </a:rPr>
              <a:t>an</a:t>
            </a:r>
            <a:r>
              <a:rPr dirty="0" sz="2900" spc="-2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90">
                <a:solidFill>
                  <a:srgbClr val="004AAC"/>
                </a:solidFill>
                <a:latin typeface="Verdana"/>
                <a:cs typeface="Verdana"/>
              </a:rPr>
              <a:t>easy</a:t>
            </a:r>
            <a:r>
              <a:rPr dirty="0" sz="2900" spc="-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10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900" spc="-15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efficient</a:t>
            </a:r>
            <a:r>
              <a:rPr dirty="0" sz="2900" spc="-2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00">
                <a:solidFill>
                  <a:srgbClr val="004AAC"/>
                </a:solidFill>
                <a:latin typeface="Verdana"/>
                <a:cs typeface="Verdana"/>
              </a:rPr>
              <a:t>way</a:t>
            </a:r>
            <a:r>
              <a:rPr dirty="0" sz="2900" spc="-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to</a:t>
            </a:r>
            <a:r>
              <a:rPr dirty="0" sz="2900" spc="-3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70">
                <a:solidFill>
                  <a:srgbClr val="004AAC"/>
                </a:solidFill>
                <a:latin typeface="Verdana"/>
                <a:cs typeface="Verdana"/>
              </a:rPr>
              <a:t>generate</a:t>
            </a:r>
            <a:r>
              <a:rPr dirty="0" sz="2900" spc="-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10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900" spc="-1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00">
                <a:solidFill>
                  <a:srgbClr val="004AAC"/>
                </a:solidFill>
                <a:latin typeface="Verdana"/>
                <a:cs typeface="Verdana"/>
              </a:rPr>
              <a:t>check</a:t>
            </a:r>
            <a:r>
              <a:rPr dirty="0" sz="2900" spc="-1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55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900" spc="-20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60">
                <a:solidFill>
                  <a:srgbClr val="004AAC"/>
                </a:solidFill>
                <a:latin typeface="Verdana"/>
                <a:cs typeface="Verdana"/>
              </a:rPr>
              <a:t>in</a:t>
            </a:r>
            <a:r>
              <a:rPr dirty="0" sz="2900" spc="-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004AAC"/>
                </a:solidFill>
                <a:latin typeface="Verdana"/>
                <a:cs typeface="Verdana"/>
              </a:rPr>
              <a:t>digital</a:t>
            </a:r>
            <a:r>
              <a:rPr dirty="0" sz="2900" spc="-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75">
                <a:solidFill>
                  <a:srgbClr val="004AAC"/>
                </a:solidFill>
                <a:latin typeface="Verdana"/>
                <a:cs typeface="Verdana"/>
              </a:rPr>
              <a:t>data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7194" y="6809016"/>
            <a:ext cx="2948305" cy="466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The</a:t>
            </a:r>
            <a:r>
              <a:rPr dirty="0" sz="2900" spc="4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60">
                <a:solidFill>
                  <a:srgbClr val="004AAC"/>
                </a:solidFill>
                <a:latin typeface="Verdana"/>
                <a:cs typeface="Verdana"/>
              </a:rPr>
              <a:t>system</a:t>
            </a:r>
            <a:r>
              <a:rPr dirty="0" sz="2900" spc="3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14">
                <a:solidFill>
                  <a:srgbClr val="004AAC"/>
                </a:solidFill>
                <a:latin typeface="Verdana"/>
                <a:cs typeface="Verdana"/>
              </a:rPr>
              <a:t>can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81714" y="6788279"/>
            <a:ext cx="8747760" cy="492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00090" algn="l"/>
              </a:tabLst>
            </a:pPr>
            <a:r>
              <a:rPr dirty="0" sz="2900" spc="-10">
                <a:solidFill>
                  <a:srgbClr val="004AAC"/>
                </a:solidFill>
                <a:latin typeface="Verdana"/>
                <a:cs typeface="Verdana"/>
              </a:rPr>
              <a:t>transmission</a:t>
            </a:r>
            <a:r>
              <a:rPr dirty="0" sz="305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r>
              <a:rPr dirty="0" sz="3050">
                <a:solidFill>
                  <a:srgbClr val="004AAC"/>
                </a:solidFill>
                <a:latin typeface="Verdana"/>
                <a:cs typeface="Verdana"/>
              </a:rPr>
              <a:t>	</a:t>
            </a:r>
            <a:r>
              <a:rPr dirty="0" sz="2900" spc="-40">
                <a:solidFill>
                  <a:srgbClr val="004AAC"/>
                </a:solidFill>
                <a:latin typeface="Verdana"/>
                <a:cs typeface="Verdana"/>
              </a:rPr>
              <a:t>detect</a:t>
            </a:r>
            <a:r>
              <a:rPr dirty="0" sz="2900" spc="5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10">
                <a:solidFill>
                  <a:srgbClr val="004AAC"/>
                </a:solidFill>
                <a:latin typeface="Verdana"/>
                <a:cs typeface="Verdana"/>
              </a:rPr>
              <a:t>single</a:t>
            </a:r>
            <a:r>
              <a:rPr dirty="0" sz="3050" spc="-11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00" spc="-25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85799" y="6788279"/>
            <a:ext cx="6319520" cy="492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900" spc="6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other</a:t>
            </a:r>
            <a:r>
              <a:rPr dirty="0" sz="2900" spc="5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50">
                <a:solidFill>
                  <a:srgbClr val="004AAC"/>
                </a:solidFill>
                <a:latin typeface="Verdana"/>
                <a:cs typeface="Verdana"/>
              </a:rPr>
              <a:t>odd</a:t>
            </a:r>
            <a:r>
              <a:rPr dirty="0" sz="3050" spc="-250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00" spc="-45">
                <a:solidFill>
                  <a:srgbClr val="004AAC"/>
                </a:solidFill>
                <a:latin typeface="Verdana"/>
                <a:cs typeface="Verdana"/>
              </a:rPr>
              <a:t>number</a:t>
            </a:r>
            <a:r>
              <a:rPr dirty="0" sz="2900" spc="5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00" spc="7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70">
                <a:solidFill>
                  <a:srgbClr val="004AAC"/>
                </a:solidFill>
                <a:latin typeface="Verdana"/>
                <a:cs typeface="Verdana"/>
              </a:rPr>
              <a:t>errors</a:t>
            </a:r>
            <a:r>
              <a:rPr dirty="0" sz="3050" spc="-70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endParaRPr sz="30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1714" y="7229667"/>
            <a:ext cx="11548745" cy="492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55">
                <a:solidFill>
                  <a:srgbClr val="004AAC"/>
                </a:solidFill>
                <a:latin typeface="Verdana"/>
                <a:cs typeface="Verdana"/>
              </a:rPr>
              <a:t>although</a:t>
            </a:r>
            <a:r>
              <a:rPr dirty="0" sz="2900" spc="28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it</a:t>
            </a:r>
            <a:r>
              <a:rPr dirty="0" sz="2900" spc="3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60">
                <a:solidFill>
                  <a:srgbClr val="004AAC"/>
                </a:solidFill>
                <a:latin typeface="Verdana"/>
                <a:cs typeface="Verdana"/>
              </a:rPr>
              <a:t>cannot</a:t>
            </a:r>
            <a:r>
              <a:rPr dirty="0" sz="2900" spc="3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correct</a:t>
            </a:r>
            <a:r>
              <a:rPr dirty="0" sz="2900" spc="3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errors</a:t>
            </a:r>
            <a:r>
              <a:rPr dirty="0" sz="2900" spc="3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or</a:t>
            </a:r>
            <a:r>
              <a:rPr dirty="0" sz="2900" spc="26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65">
                <a:solidFill>
                  <a:srgbClr val="004AAC"/>
                </a:solidFill>
                <a:latin typeface="Verdana"/>
                <a:cs typeface="Verdana"/>
              </a:rPr>
              <a:t>detect</a:t>
            </a:r>
            <a:r>
              <a:rPr dirty="0" sz="2900" spc="36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40">
                <a:solidFill>
                  <a:srgbClr val="004AAC"/>
                </a:solidFill>
                <a:latin typeface="Verdana"/>
                <a:cs typeface="Verdana"/>
              </a:rPr>
              <a:t>every</a:t>
            </a:r>
            <a:r>
              <a:rPr dirty="0" sz="2900" spc="1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54">
                <a:solidFill>
                  <a:srgbClr val="004AAC"/>
                </a:solidFill>
                <a:latin typeface="Verdana"/>
                <a:cs typeface="Verdana"/>
              </a:rPr>
              <a:t>even</a:t>
            </a:r>
            <a:r>
              <a:rPr dirty="0" sz="3050" spc="-254">
                <a:solidFill>
                  <a:srgbClr val="004AAC"/>
                </a:solidFill>
                <a:latin typeface="Verdana"/>
                <a:cs typeface="Verdana"/>
              </a:rPr>
              <a:t>-</a:t>
            </a:r>
            <a:r>
              <a:rPr dirty="0" sz="2900" spc="-90">
                <a:solidFill>
                  <a:srgbClr val="004AAC"/>
                </a:solidFill>
                <a:latin typeface="Verdana"/>
                <a:cs typeface="Verdana"/>
              </a:rPr>
              <a:t>number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1714" y="7229667"/>
            <a:ext cx="13546455" cy="933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1744325">
              <a:lnSpc>
                <a:spcPts val="3570"/>
              </a:lnSpc>
              <a:spcBef>
                <a:spcPts val="105"/>
              </a:spcBef>
            </a:pP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bit</a:t>
            </a:r>
            <a:r>
              <a:rPr dirty="0" sz="2900" spc="484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0">
                <a:solidFill>
                  <a:srgbClr val="004AAC"/>
                </a:solidFill>
                <a:latin typeface="Verdana"/>
                <a:cs typeface="Verdana"/>
              </a:rPr>
              <a:t>error</a:t>
            </a:r>
            <a:r>
              <a:rPr dirty="0" sz="3050" spc="-1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3050">
              <a:latin typeface="Verdana"/>
              <a:cs typeface="Verdana"/>
            </a:endParaRPr>
          </a:p>
          <a:p>
            <a:pPr marL="12700">
              <a:lnSpc>
                <a:spcPts val="3570"/>
              </a:lnSpc>
            </a:pP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parity</a:t>
            </a:r>
            <a:r>
              <a:rPr dirty="0" sz="2900" spc="4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40">
                <a:solidFill>
                  <a:srgbClr val="004AAC"/>
                </a:solidFill>
                <a:latin typeface="Verdana"/>
                <a:cs typeface="Verdana"/>
              </a:rPr>
              <a:t>checking</a:t>
            </a:r>
            <a:r>
              <a:rPr dirty="0" sz="2900" spc="55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is</a:t>
            </a:r>
            <a:r>
              <a:rPr dirty="0" sz="2900" spc="61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35">
                <a:solidFill>
                  <a:srgbClr val="004AAC"/>
                </a:solidFill>
                <a:latin typeface="Verdana"/>
                <a:cs typeface="Verdana"/>
              </a:rPr>
              <a:t>suitable</a:t>
            </a:r>
            <a:r>
              <a:rPr dirty="0" sz="2900" spc="6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for</a:t>
            </a:r>
            <a:r>
              <a:rPr dirty="0" sz="2900" spc="5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simple</a:t>
            </a:r>
            <a:r>
              <a:rPr dirty="0" sz="2900" spc="6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85">
                <a:solidFill>
                  <a:srgbClr val="004AAC"/>
                </a:solidFill>
                <a:latin typeface="Verdana"/>
                <a:cs typeface="Verdana"/>
              </a:rPr>
              <a:t>applications</a:t>
            </a:r>
            <a:r>
              <a:rPr dirty="0" sz="3050" spc="-85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r>
              <a:rPr dirty="0" sz="3050" spc="5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while</a:t>
            </a:r>
            <a:r>
              <a:rPr dirty="0" sz="2900" spc="60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365">
                <a:solidFill>
                  <a:srgbClr val="004AAC"/>
                </a:solidFill>
                <a:latin typeface="Verdana"/>
                <a:cs typeface="Verdana"/>
              </a:rPr>
              <a:t>CRC</a:t>
            </a:r>
            <a:r>
              <a:rPr dirty="0" sz="2900" spc="60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and</a:t>
            </a:r>
            <a:r>
              <a:rPr dirty="0" sz="2900" spc="52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004AAC"/>
                </a:solidFill>
                <a:latin typeface="Verdana"/>
                <a:cs typeface="Verdana"/>
              </a:rPr>
              <a:t>other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62453" y="7229667"/>
            <a:ext cx="1764030" cy="929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26034">
              <a:lnSpc>
                <a:spcPts val="3645"/>
              </a:lnSpc>
              <a:spcBef>
                <a:spcPts val="105"/>
              </a:spcBef>
            </a:pPr>
            <a:r>
              <a:rPr dirty="0" sz="2900" spc="-165">
                <a:solidFill>
                  <a:srgbClr val="004AAC"/>
                </a:solidFill>
                <a:latin typeface="Verdana"/>
                <a:cs typeface="Verdana"/>
              </a:rPr>
              <a:t>Therefore</a:t>
            </a:r>
            <a:r>
              <a:rPr dirty="0" sz="3050" spc="-165">
                <a:solidFill>
                  <a:srgbClr val="004AAC"/>
                </a:solidFill>
                <a:latin typeface="Verdana"/>
                <a:cs typeface="Verdana"/>
              </a:rPr>
              <a:t>,</a:t>
            </a:r>
            <a:endParaRPr sz="3050">
              <a:latin typeface="Verdana"/>
              <a:cs typeface="Verdana"/>
            </a:endParaRPr>
          </a:p>
          <a:p>
            <a:pPr algn="r" marR="5080">
              <a:lnSpc>
                <a:spcPts val="3465"/>
              </a:lnSpc>
            </a:pPr>
            <a:r>
              <a:rPr dirty="0" sz="2900" spc="-95">
                <a:solidFill>
                  <a:srgbClr val="004AAC"/>
                </a:solidFill>
                <a:latin typeface="Verdana"/>
                <a:cs typeface="Verdana"/>
              </a:rPr>
              <a:t>advanced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81714" y="8112442"/>
            <a:ext cx="10187940" cy="492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10">
                <a:solidFill>
                  <a:srgbClr val="004AAC"/>
                </a:solidFill>
                <a:latin typeface="Verdana"/>
                <a:cs typeface="Verdana"/>
              </a:rPr>
              <a:t>techniques</a:t>
            </a:r>
            <a:r>
              <a:rPr dirty="0" sz="2900" spc="-8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95">
                <a:solidFill>
                  <a:srgbClr val="004AAC"/>
                </a:solidFill>
                <a:latin typeface="Verdana"/>
                <a:cs typeface="Verdana"/>
              </a:rPr>
              <a:t>are </a:t>
            </a:r>
            <a:r>
              <a:rPr dirty="0" sz="2900" spc="-75">
                <a:solidFill>
                  <a:srgbClr val="004AAC"/>
                </a:solidFill>
                <a:latin typeface="Verdana"/>
                <a:cs typeface="Verdana"/>
              </a:rPr>
              <a:t>preferred</a:t>
            </a:r>
            <a:r>
              <a:rPr dirty="0" sz="2900" spc="-17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>
                <a:solidFill>
                  <a:srgbClr val="004AAC"/>
                </a:solidFill>
                <a:latin typeface="Verdana"/>
                <a:cs typeface="Verdana"/>
              </a:rPr>
              <a:t>for</a:t>
            </a:r>
            <a:r>
              <a:rPr dirty="0" sz="2900" spc="-1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60">
                <a:solidFill>
                  <a:srgbClr val="004AAC"/>
                </a:solidFill>
                <a:latin typeface="Verdana"/>
                <a:cs typeface="Verdana"/>
              </a:rPr>
              <a:t>more</a:t>
            </a:r>
            <a:r>
              <a:rPr dirty="0" sz="2900" spc="-95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40">
                <a:solidFill>
                  <a:srgbClr val="004AAC"/>
                </a:solidFill>
                <a:latin typeface="Verdana"/>
                <a:cs typeface="Verdana"/>
              </a:rPr>
              <a:t>reliable</a:t>
            </a:r>
            <a:r>
              <a:rPr dirty="0" sz="2900" spc="-90">
                <a:solidFill>
                  <a:srgbClr val="004AAC"/>
                </a:solidFill>
                <a:latin typeface="Verdana"/>
                <a:cs typeface="Verdana"/>
              </a:rPr>
              <a:t> </a:t>
            </a:r>
            <a:r>
              <a:rPr dirty="0" sz="2900" spc="-140">
                <a:solidFill>
                  <a:srgbClr val="004AAC"/>
                </a:solidFill>
                <a:latin typeface="Verdana"/>
                <a:cs typeface="Verdana"/>
              </a:rPr>
              <a:t>communication</a:t>
            </a:r>
            <a:r>
              <a:rPr dirty="0" sz="3050" spc="-140">
                <a:solidFill>
                  <a:srgbClr val="004AAC"/>
                </a:solidFill>
                <a:latin typeface="Verdana"/>
                <a:cs typeface="Verdana"/>
              </a:rPr>
              <a:t>.</a:t>
            </a:r>
            <a:endParaRPr sz="30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31520" y="2450340"/>
            <a:ext cx="16162655" cy="4419600"/>
            <a:chOff x="931520" y="2450340"/>
            <a:chExt cx="16162655" cy="4419600"/>
          </a:xfrm>
        </p:grpSpPr>
        <p:sp>
          <p:nvSpPr>
            <p:cNvPr id="20" name="object 20"/>
            <p:cNvSpPr/>
            <p:nvPr/>
          </p:nvSpPr>
          <p:spPr>
            <a:xfrm>
              <a:off x="931520" y="2469390"/>
              <a:ext cx="16162655" cy="0"/>
            </a:xfrm>
            <a:custGeom>
              <a:avLst/>
              <a:gdLst/>
              <a:ahLst/>
              <a:cxnLst/>
              <a:rect l="l" t="t" r="r" b="b"/>
              <a:pathLst>
                <a:path w="16162655" h="0">
                  <a:moveTo>
                    <a:pt x="0" y="0"/>
                  </a:moveTo>
                  <a:lnTo>
                    <a:pt x="16162064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97568" y="2469390"/>
              <a:ext cx="3695699" cy="44005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8774" y="3029331"/>
            <a:ext cx="11150600" cy="3976370"/>
          </a:xfrm>
          <a:prstGeom prst="rect">
            <a:avLst/>
          </a:prstGeom>
        </p:spPr>
        <p:txBody>
          <a:bodyPr wrap="square" lIns="0" tIns="8458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9"/>
              </a:spcBef>
            </a:pPr>
            <a:r>
              <a:rPr dirty="0" sz="16550" spc="-1005" b="1">
                <a:solidFill>
                  <a:srgbClr val="004AAC"/>
                </a:solidFill>
                <a:latin typeface="Tahoma"/>
                <a:cs typeface="Tahoma"/>
              </a:rPr>
              <a:t>T</a:t>
            </a:r>
            <a:r>
              <a:rPr dirty="0" sz="16550" spc="-990" b="1">
                <a:solidFill>
                  <a:srgbClr val="004AAC"/>
                </a:solidFill>
                <a:latin typeface="Tahoma"/>
                <a:cs typeface="Tahoma"/>
              </a:rPr>
              <a:t>H</a:t>
            </a:r>
            <a:r>
              <a:rPr dirty="0" sz="16550" spc="-919" b="1">
                <a:solidFill>
                  <a:srgbClr val="004AAC"/>
                </a:solidFill>
                <a:latin typeface="Tahoma"/>
                <a:cs typeface="Tahoma"/>
              </a:rPr>
              <a:t>A</a:t>
            </a:r>
            <a:r>
              <a:rPr dirty="0" sz="16550" spc="-1005" b="1">
                <a:solidFill>
                  <a:srgbClr val="004AAC"/>
                </a:solidFill>
                <a:latin typeface="Tahoma"/>
                <a:cs typeface="Tahoma"/>
              </a:rPr>
              <a:t>NK</a:t>
            </a:r>
            <a:r>
              <a:rPr dirty="0" sz="16550" spc="-1520" b="1">
                <a:solidFill>
                  <a:srgbClr val="004AAC"/>
                </a:solidFill>
                <a:latin typeface="Tahoma"/>
                <a:cs typeface="Tahoma"/>
              </a:rPr>
              <a:t>Y</a:t>
            </a:r>
            <a:r>
              <a:rPr dirty="0" sz="16550" spc="-1025" b="1">
                <a:solidFill>
                  <a:srgbClr val="004AAC"/>
                </a:solidFill>
                <a:latin typeface="Tahoma"/>
                <a:cs typeface="Tahoma"/>
              </a:rPr>
              <a:t>O</a:t>
            </a:r>
            <a:r>
              <a:rPr dirty="0" sz="16550" spc="90" b="1">
                <a:solidFill>
                  <a:srgbClr val="004AAC"/>
                </a:solidFill>
                <a:latin typeface="Tahoma"/>
                <a:cs typeface="Tahoma"/>
              </a:rPr>
              <a:t>U</a:t>
            </a:r>
            <a:endParaRPr sz="16550">
              <a:latin typeface="Tahoma"/>
              <a:cs typeface="Tahoma"/>
            </a:endParaRPr>
          </a:p>
          <a:p>
            <a:pPr marL="7279005">
              <a:lnSpc>
                <a:spcPct val="100000"/>
              </a:lnSpc>
              <a:spcBef>
                <a:spcPts val="1200"/>
              </a:spcBef>
            </a:pPr>
            <a:r>
              <a:rPr dirty="0" sz="2600" spc="-365">
                <a:solidFill>
                  <a:srgbClr val="FEFEFE"/>
                </a:solidFill>
                <a:latin typeface="Verdana"/>
                <a:cs typeface="Verdana"/>
              </a:rPr>
              <a:t>...(*</a:t>
            </a:r>
            <a:r>
              <a:rPr dirty="0" sz="2900" spc="-365">
                <a:solidFill>
                  <a:srgbClr val="FEFEFE"/>
                </a:solidFill>
                <a:latin typeface="SimSun"/>
                <a:cs typeface="SimSun"/>
              </a:rPr>
              <a:t>￣</a:t>
            </a:r>
            <a:r>
              <a:rPr dirty="0" sz="2900" spc="-665">
                <a:solidFill>
                  <a:srgbClr val="FEFEFE"/>
                </a:solidFill>
                <a:latin typeface="SimSun"/>
                <a:cs typeface="SimSun"/>
              </a:rPr>
              <a:t>０ </a:t>
            </a:r>
            <a:r>
              <a:rPr dirty="0" sz="2900" spc="-300">
                <a:solidFill>
                  <a:srgbClr val="FEFEFE"/>
                </a:solidFill>
                <a:latin typeface="SimSun"/>
                <a:cs typeface="SimSun"/>
              </a:rPr>
              <a:t>￣</a:t>
            </a:r>
            <a:r>
              <a:rPr dirty="0" sz="2600" spc="-300">
                <a:solidFill>
                  <a:srgbClr val="FEFEFE"/>
                </a:solidFill>
                <a:latin typeface="Verdana"/>
                <a:cs typeface="Verdana"/>
              </a:rPr>
              <a:t>)</a:t>
            </a:r>
            <a:r>
              <a:rPr dirty="0" sz="2900" spc="-720">
                <a:solidFill>
                  <a:srgbClr val="FEFEFE"/>
                </a:solidFill>
                <a:latin typeface="SimSun"/>
                <a:cs typeface="SimSun"/>
              </a:rPr>
              <a:t>ノ</a:t>
            </a:r>
            <a:endParaRPr sz="2900">
              <a:latin typeface="SimSun"/>
              <a:cs typeface="SimSu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9227" y="6603067"/>
            <a:ext cx="398780" cy="398780"/>
          </a:xfrm>
          <a:custGeom>
            <a:avLst/>
            <a:gdLst/>
            <a:ahLst/>
            <a:cxnLst/>
            <a:rect l="l" t="t" r="r" b="b"/>
            <a:pathLst>
              <a:path w="398780" h="398779">
                <a:moveTo>
                  <a:pt x="199277" y="398555"/>
                </a:moveTo>
                <a:lnTo>
                  <a:pt x="153584" y="393292"/>
                </a:lnTo>
                <a:lnTo>
                  <a:pt x="111640" y="378300"/>
                </a:lnTo>
                <a:lnTo>
                  <a:pt x="74639" y="354776"/>
                </a:lnTo>
                <a:lnTo>
                  <a:pt x="43778" y="323915"/>
                </a:lnTo>
                <a:lnTo>
                  <a:pt x="20254" y="286914"/>
                </a:lnTo>
                <a:lnTo>
                  <a:pt x="5263" y="244969"/>
                </a:lnTo>
                <a:lnTo>
                  <a:pt x="0" y="199277"/>
                </a:lnTo>
                <a:lnTo>
                  <a:pt x="5263" y="153584"/>
                </a:lnTo>
                <a:lnTo>
                  <a:pt x="20254" y="111640"/>
                </a:lnTo>
                <a:lnTo>
                  <a:pt x="43778" y="74639"/>
                </a:lnTo>
                <a:lnTo>
                  <a:pt x="74639" y="43778"/>
                </a:lnTo>
                <a:lnTo>
                  <a:pt x="111640" y="20254"/>
                </a:lnTo>
                <a:lnTo>
                  <a:pt x="153584" y="5263"/>
                </a:lnTo>
                <a:lnTo>
                  <a:pt x="199277" y="0"/>
                </a:lnTo>
                <a:lnTo>
                  <a:pt x="244969" y="5263"/>
                </a:lnTo>
                <a:lnTo>
                  <a:pt x="286914" y="20254"/>
                </a:lnTo>
                <a:lnTo>
                  <a:pt x="323915" y="43778"/>
                </a:lnTo>
                <a:lnTo>
                  <a:pt x="354775" y="74639"/>
                </a:lnTo>
                <a:lnTo>
                  <a:pt x="378300" y="111640"/>
                </a:lnTo>
                <a:lnTo>
                  <a:pt x="393291" y="153584"/>
                </a:lnTo>
                <a:lnTo>
                  <a:pt x="398554" y="199277"/>
                </a:lnTo>
                <a:lnTo>
                  <a:pt x="393291" y="244969"/>
                </a:lnTo>
                <a:lnTo>
                  <a:pt x="378300" y="286914"/>
                </a:lnTo>
                <a:lnTo>
                  <a:pt x="354775" y="323915"/>
                </a:lnTo>
                <a:lnTo>
                  <a:pt x="323915" y="354776"/>
                </a:lnTo>
                <a:lnTo>
                  <a:pt x="286914" y="378300"/>
                </a:lnTo>
                <a:lnTo>
                  <a:pt x="244969" y="393292"/>
                </a:lnTo>
                <a:lnTo>
                  <a:pt x="199277" y="398555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930657" y="0"/>
            <a:ext cx="12778740" cy="10287000"/>
            <a:chOff x="2930657" y="0"/>
            <a:chExt cx="12778740" cy="10287000"/>
          </a:xfrm>
        </p:grpSpPr>
        <p:sp>
          <p:nvSpPr>
            <p:cNvPr id="5" name="object 5"/>
            <p:cNvSpPr/>
            <p:nvPr/>
          </p:nvSpPr>
          <p:spPr>
            <a:xfrm>
              <a:off x="2930652" y="3576116"/>
              <a:ext cx="12778740" cy="3425825"/>
            </a:xfrm>
            <a:custGeom>
              <a:avLst/>
              <a:gdLst/>
              <a:ahLst/>
              <a:cxnLst/>
              <a:rect l="l" t="t" r="r" b="b"/>
              <a:pathLst>
                <a:path w="12778740" h="3425825">
                  <a:moveTo>
                    <a:pt x="398551" y="3226231"/>
                  </a:moveTo>
                  <a:lnTo>
                    <a:pt x="393293" y="3180537"/>
                  </a:lnTo>
                  <a:lnTo>
                    <a:pt x="378294" y="3138601"/>
                  </a:lnTo>
                  <a:lnTo>
                    <a:pt x="354774" y="3101594"/>
                  </a:lnTo>
                  <a:lnTo>
                    <a:pt x="323913" y="3070733"/>
                  </a:lnTo>
                  <a:lnTo>
                    <a:pt x="286918" y="3047212"/>
                  </a:lnTo>
                  <a:lnTo>
                    <a:pt x="244970" y="3032226"/>
                  </a:lnTo>
                  <a:lnTo>
                    <a:pt x="199275" y="3026956"/>
                  </a:lnTo>
                  <a:lnTo>
                    <a:pt x="153581" y="3032226"/>
                  </a:lnTo>
                  <a:lnTo>
                    <a:pt x="111633" y="3047212"/>
                  </a:lnTo>
                  <a:lnTo>
                    <a:pt x="74637" y="3070733"/>
                  </a:lnTo>
                  <a:lnTo>
                    <a:pt x="43776" y="3101594"/>
                  </a:lnTo>
                  <a:lnTo>
                    <a:pt x="20256" y="3138601"/>
                  </a:lnTo>
                  <a:lnTo>
                    <a:pt x="5257" y="3180537"/>
                  </a:lnTo>
                  <a:lnTo>
                    <a:pt x="0" y="3226231"/>
                  </a:lnTo>
                  <a:lnTo>
                    <a:pt x="5257" y="3271926"/>
                  </a:lnTo>
                  <a:lnTo>
                    <a:pt x="20256" y="3313874"/>
                  </a:lnTo>
                  <a:lnTo>
                    <a:pt x="43776" y="3350869"/>
                  </a:lnTo>
                  <a:lnTo>
                    <a:pt x="74637" y="3381730"/>
                  </a:lnTo>
                  <a:lnTo>
                    <a:pt x="111633" y="3405263"/>
                  </a:lnTo>
                  <a:lnTo>
                    <a:pt x="153581" y="3420249"/>
                  </a:lnTo>
                  <a:lnTo>
                    <a:pt x="199275" y="3425507"/>
                  </a:lnTo>
                  <a:lnTo>
                    <a:pt x="244970" y="3420249"/>
                  </a:lnTo>
                  <a:lnTo>
                    <a:pt x="286918" y="3405263"/>
                  </a:lnTo>
                  <a:lnTo>
                    <a:pt x="323913" y="3381730"/>
                  </a:lnTo>
                  <a:lnTo>
                    <a:pt x="354774" y="3350869"/>
                  </a:lnTo>
                  <a:lnTo>
                    <a:pt x="378294" y="3313874"/>
                  </a:lnTo>
                  <a:lnTo>
                    <a:pt x="393293" y="3271926"/>
                  </a:lnTo>
                  <a:lnTo>
                    <a:pt x="398551" y="3226231"/>
                  </a:lnTo>
                  <a:close/>
                </a:path>
                <a:path w="12778740" h="3425825">
                  <a:moveTo>
                    <a:pt x="936802" y="3226231"/>
                  </a:moveTo>
                  <a:lnTo>
                    <a:pt x="931532" y="3180537"/>
                  </a:lnTo>
                  <a:lnTo>
                    <a:pt x="916546" y="3138601"/>
                  </a:lnTo>
                  <a:lnTo>
                    <a:pt x="893013" y="3101594"/>
                  </a:lnTo>
                  <a:lnTo>
                    <a:pt x="862152" y="3070733"/>
                  </a:lnTo>
                  <a:lnTo>
                    <a:pt x="825157" y="3047212"/>
                  </a:lnTo>
                  <a:lnTo>
                    <a:pt x="783209" y="3032226"/>
                  </a:lnTo>
                  <a:lnTo>
                    <a:pt x="737514" y="3026956"/>
                  </a:lnTo>
                  <a:lnTo>
                    <a:pt x="691832" y="3032226"/>
                  </a:lnTo>
                  <a:lnTo>
                    <a:pt x="649884" y="3047212"/>
                  </a:lnTo>
                  <a:lnTo>
                    <a:pt x="612876" y="3070733"/>
                  </a:lnTo>
                  <a:lnTo>
                    <a:pt x="582015" y="3101594"/>
                  </a:lnTo>
                  <a:lnTo>
                    <a:pt x="558495" y="3138601"/>
                  </a:lnTo>
                  <a:lnTo>
                    <a:pt x="543509" y="3180537"/>
                  </a:lnTo>
                  <a:lnTo>
                    <a:pt x="538238" y="3226231"/>
                  </a:lnTo>
                  <a:lnTo>
                    <a:pt x="543509" y="3271926"/>
                  </a:lnTo>
                  <a:lnTo>
                    <a:pt x="558495" y="3313874"/>
                  </a:lnTo>
                  <a:lnTo>
                    <a:pt x="582015" y="3350869"/>
                  </a:lnTo>
                  <a:lnTo>
                    <a:pt x="612876" y="3381730"/>
                  </a:lnTo>
                  <a:lnTo>
                    <a:pt x="649884" y="3405263"/>
                  </a:lnTo>
                  <a:lnTo>
                    <a:pt x="691832" y="3420249"/>
                  </a:lnTo>
                  <a:lnTo>
                    <a:pt x="737514" y="3425507"/>
                  </a:lnTo>
                  <a:lnTo>
                    <a:pt x="783209" y="3420249"/>
                  </a:lnTo>
                  <a:lnTo>
                    <a:pt x="825157" y="3405263"/>
                  </a:lnTo>
                  <a:lnTo>
                    <a:pt x="862152" y="3381730"/>
                  </a:lnTo>
                  <a:lnTo>
                    <a:pt x="893013" y="3350869"/>
                  </a:lnTo>
                  <a:lnTo>
                    <a:pt x="916546" y="3313874"/>
                  </a:lnTo>
                  <a:lnTo>
                    <a:pt x="931532" y="3271926"/>
                  </a:lnTo>
                  <a:lnTo>
                    <a:pt x="936802" y="3226231"/>
                  </a:lnTo>
                  <a:close/>
                </a:path>
                <a:path w="12778740" h="3425825">
                  <a:moveTo>
                    <a:pt x="11698605" y="199275"/>
                  </a:moveTo>
                  <a:lnTo>
                    <a:pt x="11693335" y="153581"/>
                  </a:lnTo>
                  <a:lnTo>
                    <a:pt x="11678349" y="111633"/>
                  </a:lnTo>
                  <a:lnTo>
                    <a:pt x="11654828" y="74637"/>
                  </a:lnTo>
                  <a:lnTo>
                    <a:pt x="11623967" y="43776"/>
                  </a:lnTo>
                  <a:lnTo>
                    <a:pt x="11586959" y="20243"/>
                  </a:lnTo>
                  <a:lnTo>
                    <a:pt x="11545024" y="5257"/>
                  </a:lnTo>
                  <a:lnTo>
                    <a:pt x="11499329" y="0"/>
                  </a:lnTo>
                  <a:lnTo>
                    <a:pt x="11453635" y="5257"/>
                  </a:lnTo>
                  <a:lnTo>
                    <a:pt x="11411687" y="20243"/>
                  </a:lnTo>
                  <a:lnTo>
                    <a:pt x="11374692" y="43776"/>
                  </a:lnTo>
                  <a:lnTo>
                    <a:pt x="11343831" y="74637"/>
                  </a:lnTo>
                  <a:lnTo>
                    <a:pt x="11320310" y="111633"/>
                  </a:lnTo>
                  <a:lnTo>
                    <a:pt x="11305311" y="153581"/>
                  </a:lnTo>
                  <a:lnTo>
                    <a:pt x="11300054" y="199275"/>
                  </a:lnTo>
                  <a:lnTo>
                    <a:pt x="11305311" y="244970"/>
                  </a:lnTo>
                  <a:lnTo>
                    <a:pt x="11320310" y="286905"/>
                  </a:lnTo>
                  <a:lnTo>
                    <a:pt x="11343831" y="323913"/>
                  </a:lnTo>
                  <a:lnTo>
                    <a:pt x="11374692" y="354774"/>
                  </a:lnTo>
                  <a:lnTo>
                    <a:pt x="11411687" y="378294"/>
                  </a:lnTo>
                  <a:lnTo>
                    <a:pt x="11453635" y="393280"/>
                  </a:lnTo>
                  <a:lnTo>
                    <a:pt x="11499329" y="398551"/>
                  </a:lnTo>
                  <a:lnTo>
                    <a:pt x="11545024" y="393280"/>
                  </a:lnTo>
                  <a:lnTo>
                    <a:pt x="11586959" y="378294"/>
                  </a:lnTo>
                  <a:lnTo>
                    <a:pt x="11623967" y="354774"/>
                  </a:lnTo>
                  <a:lnTo>
                    <a:pt x="11654828" y="323913"/>
                  </a:lnTo>
                  <a:lnTo>
                    <a:pt x="11678349" y="286905"/>
                  </a:lnTo>
                  <a:lnTo>
                    <a:pt x="11693335" y="244970"/>
                  </a:lnTo>
                  <a:lnTo>
                    <a:pt x="11698605" y="199275"/>
                  </a:lnTo>
                  <a:close/>
                </a:path>
                <a:path w="12778740" h="3425825">
                  <a:moveTo>
                    <a:pt x="12240031" y="199275"/>
                  </a:moveTo>
                  <a:lnTo>
                    <a:pt x="12234774" y="153581"/>
                  </a:lnTo>
                  <a:lnTo>
                    <a:pt x="12219775" y="111633"/>
                  </a:lnTo>
                  <a:lnTo>
                    <a:pt x="12196255" y="74637"/>
                  </a:lnTo>
                  <a:lnTo>
                    <a:pt x="12165394" y="43776"/>
                  </a:lnTo>
                  <a:lnTo>
                    <a:pt x="12128398" y="20243"/>
                  </a:lnTo>
                  <a:lnTo>
                    <a:pt x="12086450" y="5257"/>
                  </a:lnTo>
                  <a:lnTo>
                    <a:pt x="12040756" y="0"/>
                  </a:lnTo>
                  <a:lnTo>
                    <a:pt x="11995061" y="5257"/>
                  </a:lnTo>
                  <a:lnTo>
                    <a:pt x="11953126" y="20243"/>
                  </a:lnTo>
                  <a:lnTo>
                    <a:pt x="11916118" y="43776"/>
                  </a:lnTo>
                  <a:lnTo>
                    <a:pt x="11885257" y="74637"/>
                  </a:lnTo>
                  <a:lnTo>
                    <a:pt x="11861737" y="111633"/>
                  </a:lnTo>
                  <a:lnTo>
                    <a:pt x="11846738" y="153581"/>
                  </a:lnTo>
                  <a:lnTo>
                    <a:pt x="11841480" y="199275"/>
                  </a:lnTo>
                  <a:lnTo>
                    <a:pt x="11846738" y="244970"/>
                  </a:lnTo>
                  <a:lnTo>
                    <a:pt x="11861737" y="286905"/>
                  </a:lnTo>
                  <a:lnTo>
                    <a:pt x="11885257" y="323913"/>
                  </a:lnTo>
                  <a:lnTo>
                    <a:pt x="11916118" y="354774"/>
                  </a:lnTo>
                  <a:lnTo>
                    <a:pt x="11953126" y="378294"/>
                  </a:lnTo>
                  <a:lnTo>
                    <a:pt x="11995061" y="393280"/>
                  </a:lnTo>
                  <a:lnTo>
                    <a:pt x="12040756" y="398551"/>
                  </a:lnTo>
                  <a:lnTo>
                    <a:pt x="12086450" y="393280"/>
                  </a:lnTo>
                  <a:lnTo>
                    <a:pt x="12128398" y="378294"/>
                  </a:lnTo>
                  <a:lnTo>
                    <a:pt x="12165394" y="354774"/>
                  </a:lnTo>
                  <a:lnTo>
                    <a:pt x="12196255" y="323913"/>
                  </a:lnTo>
                  <a:lnTo>
                    <a:pt x="12219775" y="286905"/>
                  </a:lnTo>
                  <a:lnTo>
                    <a:pt x="12234774" y="244970"/>
                  </a:lnTo>
                  <a:lnTo>
                    <a:pt x="12240031" y="199275"/>
                  </a:lnTo>
                  <a:close/>
                </a:path>
                <a:path w="12778740" h="3425825">
                  <a:moveTo>
                    <a:pt x="12778283" y="199275"/>
                  </a:moveTo>
                  <a:lnTo>
                    <a:pt x="12773012" y="153581"/>
                  </a:lnTo>
                  <a:lnTo>
                    <a:pt x="12758026" y="111633"/>
                  </a:lnTo>
                  <a:lnTo>
                    <a:pt x="12734493" y="74637"/>
                  </a:lnTo>
                  <a:lnTo>
                    <a:pt x="12703632" y="43776"/>
                  </a:lnTo>
                  <a:lnTo>
                    <a:pt x="12666637" y="20243"/>
                  </a:lnTo>
                  <a:lnTo>
                    <a:pt x="12624689" y="5257"/>
                  </a:lnTo>
                  <a:lnTo>
                    <a:pt x="12579007" y="0"/>
                  </a:lnTo>
                  <a:lnTo>
                    <a:pt x="12533313" y="5257"/>
                  </a:lnTo>
                  <a:lnTo>
                    <a:pt x="12491364" y="20243"/>
                  </a:lnTo>
                  <a:lnTo>
                    <a:pt x="12454357" y="43776"/>
                  </a:lnTo>
                  <a:lnTo>
                    <a:pt x="12423496" y="74637"/>
                  </a:lnTo>
                  <a:lnTo>
                    <a:pt x="12399975" y="111633"/>
                  </a:lnTo>
                  <a:lnTo>
                    <a:pt x="12384989" y="153581"/>
                  </a:lnTo>
                  <a:lnTo>
                    <a:pt x="12379719" y="199275"/>
                  </a:lnTo>
                  <a:lnTo>
                    <a:pt x="12384989" y="244970"/>
                  </a:lnTo>
                  <a:lnTo>
                    <a:pt x="12399975" y="286905"/>
                  </a:lnTo>
                  <a:lnTo>
                    <a:pt x="12423496" y="323913"/>
                  </a:lnTo>
                  <a:lnTo>
                    <a:pt x="12454357" y="354774"/>
                  </a:lnTo>
                  <a:lnTo>
                    <a:pt x="12491364" y="378294"/>
                  </a:lnTo>
                  <a:lnTo>
                    <a:pt x="12533313" y="393280"/>
                  </a:lnTo>
                  <a:lnTo>
                    <a:pt x="12579007" y="398551"/>
                  </a:lnTo>
                  <a:lnTo>
                    <a:pt x="12624689" y="393280"/>
                  </a:lnTo>
                  <a:lnTo>
                    <a:pt x="12666637" y="378294"/>
                  </a:lnTo>
                  <a:lnTo>
                    <a:pt x="12703632" y="354774"/>
                  </a:lnTo>
                  <a:lnTo>
                    <a:pt x="12734493" y="323913"/>
                  </a:lnTo>
                  <a:lnTo>
                    <a:pt x="12758026" y="286905"/>
                  </a:lnTo>
                  <a:lnTo>
                    <a:pt x="12773012" y="244970"/>
                  </a:lnTo>
                  <a:lnTo>
                    <a:pt x="12778283" y="199275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6109" y="0"/>
              <a:ext cx="12296774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Mokshitha</dc:creator>
  <cp:keywords>DAHS5QXFxjc,BAFptFx8_Pk</cp:keywords>
  <dc:title>Technology is Humanity's Superpower</dc:title>
  <dcterms:created xsi:type="dcterms:W3CDTF">2026-08-25T07:20:36Z</dcterms:created>
  <dcterms:modified xsi:type="dcterms:W3CDTF">2026-08-25T07:20:36Z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2026-08-21T00:00:00Z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2026-08-25T00:00:00Z</vt:filetime>
  </property>
  <property fmtid="{D5CDD505-2E9C-101B-9397-08002B2CF9AE}" pid="6" name="Producer">
    <vt:lpwstr>Canva</vt:lpwstr>
  </property>
</Properties>
</file>